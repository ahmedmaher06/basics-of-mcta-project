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210 클레이토이" charset="1" panose="02020603020101020101"/>
      <p:regular r:id="rId20"/>
    </p:embeddedFont>
    <p:embeddedFont>
      <p:font typeface="Quicksand Bold" charset="1" panose="00000000000000000000"/>
      <p:regular r:id="rId21"/>
    </p:embeddedFont>
    <p:embeddedFont>
      <p:font typeface="Quicksand Medium"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13.png" Type="http://schemas.openxmlformats.org/officeDocument/2006/relationships/image"/><Relationship Id="rId17"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23.png" Type="http://schemas.openxmlformats.org/officeDocument/2006/relationships/image"/><Relationship Id="rId13" Target="../media/image24.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27.png" Type="http://schemas.openxmlformats.org/officeDocument/2006/relationships/image"/><Relationship Id="rId17" Target="../media/image28.sv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23.png" Type="http://schemas.openxmlformats.org/officeDocument/2006/relationships/image"/><Relationship Id="rId17" Target="../media/image24.svg" Type="http://schemas.openxmlformats.org/officeDocument/2006/relationships/image"/><Relationship Id="rId18" Target="../media/image29.jpeg" Type="http://schemas.openxmlformats.org/officeDocument/2006/relationships/image"/><Relationship Id="rId19" Target="../media/image30.jpe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23.png" Type="http://schemas.openxmlformats.org/officeDocument/2006/relationships/image"/><Relationship Id="rId17" Target="../media/image24.svg" Type="http://schemas.openxmlformats.org/officeDocument/2006/relationships/image"/><Relationship Id="rId18" Target="../media/image31.jpe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32.png" Type="http://schemas.openxmlformats.org/officeDocument/2006/relationships/image"/><Relationship Id="rId15" Target="../media/image33.svg" Type="http://schemas.openxmlformats.org/officeDocument/2006/relationships/image"/><Relationship Id="rId16" Target="../media/image7.png" Type="http://schemas.openxmlformats.org/officeDocument/2006/relationships/image"/><Relationship Id="rId17" Target="../media/image8.svg" Type="http://schemas.openxmlformats.org/officeDocument/2006/relationships/image"/><Relationship Id="rId18" Target="../media/image3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7.png" Type="http://schemas.openxmlformats.org/officeDocument/2006/relationships/image"/><Relationship Id="rId17" Target="../media/image8.svg" Type="http://schemas.openxmlformats.org/officeDocument/2006/relationships/image"/><Relationship Id="rId18" Target="../media/image35.jpe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23.png" Type="http://schemas.openxmlformats.org/officeDocument/2006/relationships/image"/><Relationship Id="rId17" Target="../media/image24.svg" Type="http://schemas.openxmlformats.org/officeDocument/2006/relationships/image"/><Relationship Id="rId18" Target="../media/image36.jpe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32.png" Type="http://schemas.openxmlformats.org/officeDocument/2006/relationships/image"/><Relationship Id="rId15" Target="../media/image33.svg" Type="http://schemas.openxmlformats.org/officeDocument/2006/relationships/image"/><Relationship Id="rId16" Target="../media/image7.png" Type="http://schemas.openxmlformats.org/officeDocument/2006/relationships/image"/><Relationship Id="rId17" Target="../media/image8.svg" Type="http://schemas.openxmlformats.org/officeDocument/2006/relationships/image"/><Relationship Id="rId18" Target="../media/image37.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23.png" Type="http://schemas.openxmlformats.org/officeDocument/2006/relationships/image"/><Relationship Id="rId17" Target="../media/image24.svg" Type="http://schemas.openxmlformats.org/officeDocument/2006/relationships/image"/><Relationship Id="rId18" Target="../media/image38.jpe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23.png" Type="http://schemas.openxmlformats.org/officeDocument/2006/relationships/image"/><Relationship Id="rId17" Target="../media/image24.svg" Type="http://schemas.openxmlformats.org/officeDocument/2006/relationships/image"/><Relationship Id="rId18" Target="../media/image39.jpe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7.png" Type="http://schemas.openxmlformats.org/officeDocument/2006/relationships/image"/><Relationship Id="rId17" Target="../media/image8.svg" Type="http://schemas.openxmlformats.org/officeDocument/2006/relationships/image"/><Relationship Id="rId18" Target="../media/image40.jpe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7.png" Type="http://schemas.openxmlformats.org/officeDocument/2006/relationships/image"/><Relationship Id="rId17"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TextBox 11" id="11"/>
          <p:cNvSpPr txBox="true"/>
          <p:nvPr/>
        </p:nvSpPr>
        <p:spPr>
          <a:xfrm rot="0">
            <a:off x="2636730" y="1804944"/>
            <a:ext cx="13059533" cy="5147316"/>
          </a:xfrm>
          <a:prstGeom prst="rect">
            <a:avLst/>
          </a:prstGeom>
        </p:spPr>
        <p:txBody>
          <a:bodyPr anchor="t" rtlCol="false" tIns="0" lIns="0" bIns="0" rIns="0">
            <a:spAutoFit/>
          </a:bodyPr>
          <a:lstStyle/>
          <a:p>
            <a:pPr algn="ctr">
              <a:lnSpc>
                <a:spcPts val="13233"/>
              </a:lnSpc>
            </a:pPr>
            <a:r>
              <a:rPr lang="en-US" sz="14077" spc="-703">
                <a:solidFill>
                  <a:srgbClr val="FFFFFF"/>
                </a:solidFill>
                <a:latin typeface="210 클레이토이"/>
                <a:ea typeface="210 클레이토이"/>
                <a:cs typeface="210 클레이토이"/>
                <a:sym typeface="210 클레이토이"/>
              </a:rPr>
              <a:t>BASICS OF MECHATRONICS</a:t>
            </a:r>
          </a:p>
          <a:p>
            <a:pPr algn="ctr">
              <a:lnSpc>
                <a:spcPts val="13233"/>
              </a:lnSpc>
            </a:pPr>
            <a:r>
              <a:rPr lang="en-US" sz="14077" spc="-703">
                <a:solidFill>
                  <a:srgbClr val="FFFFFF"/>
                </a:solidFill>
                <a:latin typeface="210 클레이토이"/>
                <a:ea typeface="210 클레이토이"/>
                <a:cs typeface="210 클레이토이"/>
                <a:sym typeface="210 클레이토이"/>
              </a:rPr>
              <a:t>(FA5R EL3RAB)</a:t>
            </a:r>
          </a:p>
        </p:txBody>
      </p:sp>
      <p:sp>
        <p:nvSpPr>
          <p:cNvPr name="Freeform 12" id="12"/>
          <p:cNvSpPr/>
          <p:nvPr/>
        </p:nvSpPr>
        <p:spPr>
          <a:xfrm flipH="false" flipV="false" rot="0">
            <a:off x="4702205" y="7232442"/>
            <a:ext cx="8677649" cy="946653"/>
          </a:xfrm>
          <a:custGeom>
            <a:avLst/>
            <a:gdLst/>
            <a:ahLst/>
            <a:cxnLst/>
            <a:rect r="r" b="b" t="t" l="l"/>
            <a:pathLst>
              <a:path h="946653" w="8677649">
                <a:moveTo>
                  <a:pt x="0" y="0"/>
                </a:moveTo>
                <a:lnTo>
                  <a:pt x="8677649" y="0"/>
                </a:lnTo>
                <a:lnTo>
                  <a:pt x="8677649" y="946653"/>
                </a:lnTo>
                <a:lnTo>
                  <a:pt x="0" y="9466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7" id="17"/>
          <p:cNvGrpSpPr/>
          <p:nvPr/>
        </p:nvGrpSpPr>
        <p:grpSpPr>
          <a:xfrm rot="0">
            <a:off x="5592936" y="7369576"/>
            <a:ext cx="6990572" cy="717421"/>
            <a:chOff x="0" y="0"/>
            <a:chExt cx="1841138" cy="188950"/>
          </a:xfrm>
        </p:grpSpPr>
        <p:sp>
          <p:nvSpPr>
            <p:cNvPr name="Freeform 18" id="18"/>
            <p:cNvSpPr/>
            <p:nvPr/>
          </p:nvSpPr>
          <p:spPr>
            <a:xfrm flipH="false" flipV="false" rot="0">
              <a:off x="0" y="0"/>
              <a:ext cx="1841138" cy="188950"/>
            </a:xfrm>
            <a:custGeom>
              <a:avLst/>
              <a:gdLst/>
              <a:ahLst/>
              <a:cxnLst/>
              <a:rect r="r" b="b" t="t" l="l"/>
              <a:pathLst>
                <a:path h="188950" w="1841138">
                  <a:moveTo>
                    <a:pt x="56481" y="0"/>
                  </a:moveTo>
                  <a:lnTo>
                    <a:pt x="1784657" y="0"/>
                  </a:lnTo>
                  <a:cubicBezTo>
                    <a:pt x="1799637" y="0"/>
                    <a:pt x="1814003" y="5951"/>
                    <a:pt x="1824595" y="16543"/>
                  </a:cubicBezTo>
                  <a:cubicBezTo>
                    <a:pt x="1835188" y="27135"/>
                    <a:pt x="1841138" y="41502"/>
                    <a:pt x="1841138" y="56481"/>
                  </a:cubicBezTo>
                  <a:lnTo>
                    <a:pt x="1841138" y="132469"/>
                  </a:lnTo>
                  <a:cubicBezTo>
                    <a:pt x="1841138" y="163663"/>
                    <a:pt x="1815851" y="188950"/>
                    <a:pt x="1784657" y="188950"/>
                  </a:cubicBezTo>
                  <a:lnTo>
                    <a:pt x="56481" y="188950"/>
                  </a:lnTo>
                  <a:cubicBezTo>
                    <a:pt x="41502" y="188950"/>
                    <a:pt x="27135" y="183000"/>
                    <a:pt x="16543" y="172407"/>
                  </a:cubicBezTo>
                  <a:cubicBezTo>
                    <a:pt x="5951" y="161815"/>
                    <a:pt x="0" y="147449"/>
                    <a:pt x="0" y="132469"/>
                  </a:cubicBezTo>
                  <a:lnTo>
                    <a:pt x="0" y="56481"/>
                  </a:lnTo>
                  <a:cubicBezTo>
                    <a:pt x="0" y="41502"/>
                    <a:pt x="5951" y="27135"/>
                    <a:pt x="16543" y="16543"/>
                  </a:cubicBezTo>
                  <a:cubicBezTo>
                    <a:pt x="27135" y="5951"/>
                    <a:pt x="41502" y="0"/>
                    <a:pt x="56481" y="0"/>
                  </a:cubicBezTo>
                  <a:close/>
                </a:path>
              </a:pathLst>
            </a:custGeom>
            <a:solidFill>
              <a:srgbClr val="BF9585"/>
            </a:solidFill>
          </p:spPr>
        </p:sp>
        <p:sp>
          <p:nvSpPr>
            <p:cNvPr name="TextBox 19" id="19"/>
            <p:cNvSpPr txBox="true"/>
            <p:nvPr/>
          </p:nvSpPr>
          <p:spPr>
            <a:xfrm>
              <a:off x="0" y="-38100"/>
              <a:ext cx="1841138" cy="22705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584346">
            <a:off x="14375501" y="-185488"/>
            <a:ext cx="4149033" cy="3779392"/>
          </a:xfrm>
          <a:custGeom>
            <a:avLst/>
            <a:gdLst/>
            <a:ahLst/>
            <a:cxnLst/>
            <a:rect r="r" b="b" t="t" l="l"/>
            <a:pathLst>
              <a:path h="3779392" w="4149033">
                <a:moveTo>
                  <a:pt x="0" y="0"/>
                </a:moveTo>
                <a:lnTo>
                  <a:pt x="4149033" y="0"/>
                </a:lnTo>
                <a:lnTo>
                  <a:pt x="4149033" y="3779391"/>
                </a:lnTo>
                <a:lnTo>
                  <a:pt x="0" y="377939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1" id="21"/>
          <p:cNvSpPr/>
          <p:nvPr/>
        </p:nvSpPr>
        <p:spPr>
          <a:xfrm flipH="false" flipV="false" rot="-1302171">
            <a:off x="6208123" y="-1475183"/>
            <a:ext cx="3696358" cy="2950366"/>
          </a:xfrm>
          <a:custGeom>
            <a:avLst/>
            <a:gdLst/>
            <a:ahLst/>
            <a:cxnLst/>
            <a:rect r="r" b="b" t="t" l="l"/>
            <a:pathLst>
              <a:path h="2950366" w="3696358">
                <a:moveTo>
                  <a:pt x="0" y="0"/>
                </a:moveTo>
                <a:lnTo>
                  <a:pt x="3696358" y="0"/>
                </a:lnTo>
                <a:lnTo>
                  <a:pt x="3696358" y="2950366"/>
                </a:lnTo>
                <a:lnTo>
                  <a:pt x="0" y="295036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2" id="22"/>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3" id="23"/>
          <p:cNvSpPr txBox="true"/>
          <p:nvPr/>
        </p:nvSpPr>
        <p:spPr>
          <a:xfrm rot="0">
            <a:off x="5482058" y="7340437"/>
            <a:ext cx="7323884" cy="571891"/>
          </a:xfrm>
          <a:prstGeom prst="rect">
            <a:avLst/>
          </a:prstGeom>
        </p:spPr>
        <p:txBody>
          <a:bodyPr anchor="t" rtlCol="false" tIns="0" lIns="0" bIns="0" rIns="0">
            <a:spAutoFit/>
          </a:bodyPr>
          <a:lstStyle/>
          <a:p>
            <a:pPr algn="ctr">
              <a:lnSpc>
                <a:spcPts val="4703"/>
              </a:lnSpc>
            </a:pPr>
            <a:r>
              <a:rPr lang="en-US" sz="3359" b="true">
                <a:solidFill>
                  <a:srgbClr val="FFFFFF"/>
                </a:solidFill>
                <a:latin typeface="Quicksand Bold"/>
                <a:ea typeface="Quicksand Bold"/>
                <a:cs typeface="Quicksand Bold"/>
                <a:sym typeface="Quicksand Bold"/>
              </a:rPr>
              <a:t>Presented by : Team 7</a:t>
            </a:r>
          </a:p>
        </p:txBody>
      </p:sp>
      <p:sp>
        <p:nvSpPr>
          <p:cNvPr name="Freeform 24" id="24"/>
          <p:cNvSpPr/>
          <p:nvPr/>
        </p:nvSpPr>
        <p:spPr>
          <a:xfrm flipH="false" flipV="false" rot="3107383">
            <a:off x="-528765" y="-961946"/>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TextBox 11" id="11"/>
          <p:cNvSpPr txBox="true"/>
          <p:nvPr/>
        </p:nvSpPr>
        <p:spPr>
          <a:xfrm rot="0">
            <a:off x="5244497" y="1525203"/>
            <a:ext cx="7799005" cy="1363695"/>
          </a:xfrm>
          <a:prstGeom prst="rect">
            <a:avLst/>
          </a:prstGeom>
        </p:spPr>
        <p:txBody>
          <a:bodyPr anchor="t" rtlCol="false" tIns="0" lIns="0" bIns="0" rIns="0">
            <a:spAutoFit/>
          </a:bodyPr>
          <a:lstStyle/>
          <a:p>
            <a:pPr algn="ctr">
              <a:lnSpc>
                <a:spcPts val="10023"/>
              </a:lnSpc>
            </a:pPr>
            <a:r>
              <a:rPr lang="en-US" sz="10662" spc="-533">
                <a:solidFill>
                  <a:srgbClr val="FFFFFF"/>
                </a:solidFill>
                <a:latin typeface="210 클레이토이"/>
                <a:ea typeface="210 클레이토이"/>
                <a:cs typeface="210 클레이토이"/>
                <a:sym typeface="210 클레이토이"/>
              </a:rPr>
              <a:t>OUR TEAM</a:t>
            </a:r>
          </a:p>
        </p:txBody>
      </p:sp>
      <p:sp>
        <p:nvSpPr>
          <p:cNvPr name="Freeform 12" id="12"/>
          <p:cNvSpPr/>
          <p:nvPr/>
        </p:nvSpPr>
        <p:spPr>
          <a:xfrm flipH="false" flipV="false" rot="0">
            <a:off x="5796177" y="2888898"/>
            <a:ext cx="6695646" cy="730434"/>
          </a:xfrm>
          <a:custGeom>
            <a:avLst/>
            <a:gdLst/>
            <a:ahLst/>
            <a:cxnLst/>
            <a:rect r="r" b="b" t="t" l="l"/>
            <a:pathLst>
              <a:path h="730434" w="6695646">
                <a:moveTo>
                  <a:pt x="0" y="0"/>
                </a:moveTo>
                <a:lnTo>
                  <a:pt x="6695646" y="0"/>
                </a:lnTo>
                <a:lnTo>
                  <a:pt x="6695646" y="730434"/>
                </a:lnTo>
                <a:lnTo>
                  <a:pt x="0" y="7304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3107383">
            <a:off x="-528765" y="-961946"/>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8" id="18"/>
          <p:cNvSpPr/>
          <p:nvPr/>
        </p:nvSpPr>
        <p:spPr>
          <a:xfrm flipH="false" flipV="false" rot="-584346">
            <a:off x="14375501" y="-185488"/>
            <a:ext cx="4149033" cy="3779392"/>
          </a:xfrm>
          <a:custGeom>
            <a:avLst/>
            <a:gdLst/>
            <a:ahLst/>
            <a:cxnLst/>
            <a:rect r="r" b="b" t="t" l="l"/>
            <a:pathLst>
              <a:path h="3779392" w="4149033">
                <a:moveTo>
                  <a:pt x="0" y="0"/>
                </a:moveTo>
                <a:lnTo>
                  <a:pt x="4149033" y="0"/>
                </a:lnTo>
                <a:lnTo>
                  <a:pt x="4149033" y="3779391"/>
                </a:lnTo>
                <a:lnTo>
                  <a:pt x="0" y="377939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false" flipV="false" rot="-1302171">
            <a:off x="6208123" y="-1475183"/>
            <a:ext cx="3696358" cy="2950366"/>
          </a:xfrm>
          <a:custGeom>
            <a:avLst/>
            <a:gdLst/>
            <a:ahLst/>
            <a:cxnLst/>
            <a:rect r="r" b="b" t="t" l="l"/>
            <a:pathLst>
              <a:path h="2950366" w="3696358">
                <a:moveTo>
                  <a:pt x="0" y="0"/>
                </a:moveTo>
                <a:lnTo>
                  <a:pt x="3696358" y="0"/>
                </a:lnTo>
                <a:lnTo>
                  <a:pt x="3696358" y="2950366"/>
                </a:lnTo>
                <a:lnTo>
                  <a:pt x="0" y="295036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0" id="20"/>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1" id="21"/>
          <p:cNvGrpSpPr/>
          <p:nvPr/>
        </p:nvGrpSpPr>
        <p:grpSpPr>
          <a:xfrm rot="0">
            <a:off x="2064701" y="4313554"/>
            <a:ext cx="4482673" cy="1767332"/>
            <a:chOff x="0" y="0"/>
            <a:chExt cx="1180622" cy="465470"/>
          </a:xfrm>
        </p:grpSpPr>
        <p:sp>
          <p:nvSpPr>
            <p:cNvPr name="Freeform 22" id="22"/>
            <p:cNvSpPr/>
            <p:nvPr/>
          </p:nvSpPr>
          <p:spPr>
            <a:xfrm flipH="false" flipV="false" rot="0">
              <a:off x="0" y="0"/>
              <a:ext cx="1180622" cy="465470"/>
            </a:xfrm>
            <a:custGeom>
              <a:avLst/>
              <a:gdLst/>
              <a:ahLst/>
              <a:cxnLst/>
              <a:rect r="r" b="b" t="t" l="l"/>
              <a:pathLst>
                <a:path h="465470" w="1180622">
                  <a:moveTo>
                    <a:pt x="55266" y="0"/>
                  </a:moveTo>
                  <a:lnTo>
                    <a:pt x="1125355" y="0"/>
                  </a:lnTo>
                  <a:cubicBezTo>
                    <a:pt x="1155878" y="0"/>
                    <a:pt x="1180622" y="24744"/>
                    <a:pt x="1180622" y="55266"/>
                  </a:cubicBezTo>
                  <a:lnTo>
                    <a:pt x="1180622" y="410204"/>
                  </a:lnTo>
                  <a:cubicBezTo>
                    <a:pt x="1180622" y="440726"/>
                    <a:pt x="1155878" y="465470"/>
                    <a:pt x="1125355" y="465470"/>
                  </a:cubicBezTo>
                  <a:lnTo>
                    <a:pt x="55266" y="465470"/>
                  </a:lnTo>
                  <a:cubicBezTo>
                    <a:pt x="40609" y="465470"/>
                    <a:pt x="26552" y="459647"/>
                    <a:pt x="16187" y="449283"/>
                  </a:cubicBezTo>
                  <a:cubicBezTo>
                    <a:pt x="5823" y="438918"/>
                    <a:pt x="0" y="424861"/>
                    <a:pt x="0" y="410204"/>
                  </a:cubicBezTo>
                  <a:lnTo>
                    <a:pt x="0" y="55266"/>
                  </a:lnTo>
                  <a:cubicBezTo>
                    <a:pt x="0" y="24744"/>
                    <a:pt x="24744" y="0"/>
                    <a:pt x="55266" y="0"/>
                  </a:cubicBezTo>
                  <a:close/>
                </a:path>
              </a:pathLst>
            </a:custGeom>
            <a:solidFill>
              <a:srgbClr val="9EB6B6"/>
            </a:solidFill>
          </p:spPr>
        </p:sp>
        <p:sp>
          <p:nvSpPr>
            <p:cNvPr name="TextBox 23" id="23"/>
            <p:cNvSpPr txBox="true"/>
            <p:nvPr/>
          </p:nvSpPr>
          <p:spPr>
            <a:xfrm>
              <a:off x="0" y="-38100"/>
              <a:ext cx="1180622" cy="50357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2242346" y="4443330"/>
            <a:ext cx="4106152" cy="1491323"/>
            <a:chOff x="0" y="0"/>
            <a:chExt cx="1081456" cy="392776"/>
          </a:xfrm>
        </p:grpSpPr>
        <p:sp>
          <p:nvSpPr>
            <p:cNvPr name="Freeform 25" id="25"/>
            <p:cNvSpPr/>
            <p:nvPr/>
          </p:nvSpPr>
          <p:spPr>
            <a:xfrm flipH="false" flipV="false" rot="0">
              <a:off x="0" y="0"/>
              <a:ext cx="1081456" cy="392776"/>
            </a:xfrm>
            <a:custGeom>
              <a:avLst/>
              <a:gdLst/>
              <a:ahLst/>
              <a:cxnLst/>
              <a:rect r="r" b="b" t="t" l="l"/>
              <a:pathLst>
                <a:path h="392776" w="1081456">
                  <a:moveTo>
                    <a:pt x="60334" y="0"/>
                  </a:moveTo>
                  <a:lnTo>
                    <a:pt x="1021121" y="0"/>
                  </a:lnTo>
                  <a:cubicBezTo>
                    <a:pt x="1037123" y="0"/>
                    <a:pt x="1052469" y="6357"/>
                    <a:pt x="1063784" y="17671"/>
                  </a:cubicBezTo>
                  <a:cubicBezTo>
                    <a:pt x="1075099" y="28986"/>
                    <a:pt x="1081456" y="44333"/>
                    <a:pt x="1081456" y="60334"/>
                  </a:cubicBezTo>
                  <a:lnTo>
                    <a:pt x="1081456" y="332442"/>
                  </a:lnTo>
                  <a:cubicBezTo>
                    <a:pt x="1081456" y="348444"/>
                    <a:pt x="1075099" y="363790"/>
                    <a:pt x="1063784" y="375105"/>
                  </a:cubicBezTo>
                  <a:cubicBezTo>
                    <a:pt x="1052469" y="386420"/>
                    <a:pt x="1037123" y="392776"/>
                    <a:pt x="1021121" y="392776"/>
                  </a:cubicBezTo>
                  <a:lnTo>
                    <a:pt x="60334" y="392776"/>
                  </a:lnTo>
                  <a:cubicBezTo>
                    <a:pt x="44333" y="392776"/>
                    <a:pt x="28986" y="386420"/>
                    <a:pt x="17671" y="375105"/>
                  </a:cubicBezTo>
                  <a:cubicBezTo>
                    <a:pt x="6357" y="363790"/>
                    <a:pt x="0" y="348444"/>
                    <a:pt x="0" y="332442"/>
                  </a:cubicBezTo>
                  <a:lnTo>
                    <a:pt x="0" y="60334"/>
                  </a:lnTo>
                  <a:cubicBezTo>
                    <a:pt x="0" y="44333"/>
                    <a:pt x="6357" y="28986"/>
                    <a:pt x="17671" y="17671"/>
                  </a:cubicBezTo>
                  <a:cubicBezTo>
                    <a:pt x="28986" y="6357"/>
                    <a:pt x="44333" y="0"/>
                    <a:pt x="60334" y="0"/>
                  </a:cubicBezTo>
                  <a:close/>
                </a:path>
              </a:pathLst>
            </a:custGeom>
            <a:solidFill>
              <a:srgbClr val="FFFFFF"/>
            </a:solidFill>
            <a:ln w="47625" cap="rnd">
              <a:solidFill>
                <a:srgbClr val="998178"/>
              </a:solidFill>
              <a:prstDash val="solid"/>
              <a:round/>
            </a:ln>
          </p:spPr>
        </p:sp>
        <p:sp>
          <p:nvSpPr>
            <p:cNvPr name="TextBox 26" id="26"/>
            <p:cNvSpPr txBox="true"/>
            <p:nvPr/>
          </p:nvSpPr>
          <p:spPr>
            <a:xfrm>
              <a:off x="0" y="-38100"/>
              <a:ext cx="1081456" cy="430876"/>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4483682" y="6668687"/>
            <a:ext cx="4482673" cy="1767332"/>
            <a:chOff x="0" y="0"/>
            <a:chExt cx="1180622" cy="465470"/>
          </a:xfrm>
        </p:grpSpPr>
        <p:sp>
          <p:nvSpPr>
            <p:cNvPr name="Freeform 28" id="28"/>
            <p:cNvSpPr/>
            <p:nvPr/>
          </p:nvSpPr>
          <p:spPr>
            <a:xfrm flipH="false" flipV="false" rot="0">
              <a:off x="0" y="0"/>
              <a:ext cx="1180622" cy="465470"/>
            </a:xfrm>
            <a:custGeom>
              <a:avLst/>
              <a:gdLst/>
              <a:ahLst/>
              <a:cxnLst/>
              <a:rect r="r" b="b" t="t" l="l"/>
              <a:pathLst>
                <a:path h="465470" w="1180622">
                  <a:moveTo>
                    <a:pt x="55266" y="0"/>
                  </a:moveTo>
                  <a:lnTo>
                    <a:pt x="1125355" y="0"/>
                  </a:lnTo>
                  <a:cubicBezTo>
                    <a:pt x="1155878" y="0"/>
                    <a:pt x="1180622" y="24744"/>
                    <a:pt x="1180622" y="55266"/>
                  </a:cubicBezTo>
                  <a:lnTo>
                    <a:pt x="1180622" y="410204"/>
                  </a:lnTo>
                  <a:cubicBezTo>
                    <a:pt x="1180622" y="440726"/>
                    <a:pt x="1155878" y="465470"/>
                    <a:pt x="1125355" y="465470"/>
                  </a:cubicBezTo>
                  <a:lnTo>
                    <a:pt x="55266" y="465470"/>
                  </a:lnTo>
                  <a:cubicBezTo>
                    <a:pt x="40609" y="465470"/>
                    <a:pt x="26552" y="459647"/>
                    <a:pt x="16187" y="449283"/>
                  </a:cubicBezTo>
                  <a:cubicBezTo>
                    <a:pt x="5823" y="438918"/>
                    <a:pt x="0" y="424861"/>
                    <a:pt x="0" y="410204"/>
                  </a:cubicBezTo>
                  <a:lnTo>
                    <a:pt x="0" y="55266"/>
                  </a:lnTo>
                  <a:cubicBezTo>
                    <a:pt x="0" y="24744"/>
                    <a:pt x="24744" y="0"/>
                    <a:pt x="55266" y="0"/>
                  </a:cubicBezTo>
                  <a:close/>
                </a:path>
              </a:pathLst>
            </a:custGeom>
            <a:solidFill>
              <a:srgbClr val="9EB6B6"/>
            </a:solidFill>
            <a:ln cap="rnd">
              <a:noFill/>
              <a:prstDash val="solid"/>
              <a:round/>
            </a:ln>
          </p:spPr>
        </p:sp>
        <p:sp>
          <p:nvSpPr>
            <p:cNvPr name="TextBox 29" id="29"/>
            <p:cNvSpPr txBox="true"/>
            <p:nvPr/>
          </p:nvSpPr>
          <p:spPr>
            <a:xfrm>
              <a:off x="0" y="-38100"/>
              <a:ext cx="1180622" cy="50357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0" id="30"/>
          <p:cNvGrpSpPr/>
          <p:nvPr/>
        </p:nvGrpSpPr>
        <p:grpSpPr>
          <a:xfrm rot="0">
            <a:off x="6902663" y="4313554"/>
            <a:ext cx="4482673" cy="1767332"/>
            <a:chOff x="0" y="0"/>
            <a:chExt cx="1180622" cy="465470"/>
          </a:xfrm>
        </p:grpSpPr>
        <p:sp>
          <p:nvSpPr>
            <p:cNvPr name="Freeform 31" id="31"/>
            <p:cNvSpPr/>
            <p:nvPr/>
          </p:nvSpPr>
          <p:spPr>
            <a:xfrm flipH="false" flipV="false" rot="0">
              <a:off x="0" y="0"/>
              <a:ext cx="1180622" cy="465470"/>
            </a:xfrm>
            <a:custGeom>
              <a:avLst/>
              <a:gdLst/>
              <a:ahLst/>
              <a:cxnLst/>
              <a:rect r="r" b="b" t="t" l="l"/>
              <a:pathLst>
                <a:path h="465470" w="1180622">
                  <a:moveTo>
                    <a:pt x="55266" y="0"/>
                  </a:moveTo>
                  <a:lnTo>
                    <a:pt x="1125355" y="0"/>
                  </a:lnTo>
                  <a:cubicBezTo>
                    <a:pt x="1155878" y="0"/>
                    <a:pt x="1180622" y="24744"/>
                    <a:pt x="1180622" y="55266"/>
                  </a:cubicBezTo>
                  <a:lnTo>
                    <a:pt x="1180622" y="410204"/>
                  </a:lnTo>
                  <a:cubicBezTo>
                    <a:pt x="1180622" y="440726"/>
                    <a:pt x="1155878" y="465470"/>
                    <a:pt x="1125355" y="465470"/>
                  </a:cubicBezTo>
                  <a:lnTo>
                    <a:pt x="55266" y="465470"/>
                  </a:lnTo>
                  <a:cubicBezTo>
                    <a:pt x="40609" y="465470"/>
                    <a:pt x="26552" y="459647"/>
                    <a:pt x="16187" y="449283"/>
                  </a:cubicBezTo>
                  <a:cubicBezTo>
                    <a:pt x="5823" y="438918"/>
                    <a:pt x="0" y="424861"/>
                    <a:pt x="0" y="410204"/>
                  </a:cubicBezTo>
                  <a:lnTo>
                    <a:pt x="0" y="55266"/>
                  </a:lnTo>
                  <a:cubicBezTo>
                    <a:pt x="0" y="24744"/>
                    <a:pt x="24744" y="0"/>
                    <a:pt x="55266" y="0"/>
                  </a:cubicBezTo>
                  <a:close/>
                </a:path>
              </a:pathLst>
            </a:custGeom>
            <a:solidFill>
              <a:srgbClr val="9EB6B6"/>
            </a:solidFill>
            <a:ln cap="rnd">
              <a:noFill/>
              <a:prstDash val="solid"/>
              <a:round/>
            </a:ln>
          </p:spPr>
        </p:sp>
        <p:sp>
          <p:nvSpPr>
            <p:cNvPr name="TextBox 32" id="32"/>
            <p:cNvSpPr txBox="true"/>
            <p:nvPr/>
          </p:nvSpPr>
          <p:spPr>
            <a:xfrm>
              <a:off x="0" y="-38100"/>
              <a:ext cx="1180622" cy="50357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3" id="33"/>
          <p:cNvGrpSpPr/>
          <p:nvPr/>
        </p:nvGrpSpPr>
        <p:grpSpPr>
          <a:xfrm rot="0">
            <a:off x="7090924" y="4443330"/>
            <a:ext cx="4106152" cy="1491323"/>
            <a:chOff x="0" y="0"/>
            <a:chExt cx="1081456" cy="392776"/>
          </a:xfrm>
        </p:grpSpPr>
        <p:sp>
          <p:nvSpPr>
            <p:cNvPr name="Freeform 34" id="34"/>
            <p:cNvSpPr/>
            <p:nvPr/>
          </p:nvSpPr>
          <p:spPr>
            <a:xfrm flipH="false" flipV="false" rot="0">
              <a:off x="0" y="0"/>
              <a:ext cx="1081456" cy="392776"/>
            </a:xfrm>
            <a:custGeom>
              <a:avLst/>
              <a:gdLst/>
              <a:ahLst/>
              <a:cxnLst/>
              <a:rect r="r" b="b" t="t" l="l"/>
              <a:pathLst>
                <a:path h="392776" w="1081456">
                  <a:moveTo>
                    <a:pt x="60334" y="0"/>
                  </a:moveTo>
                  <a:lnTo>
                    <a:pt x="1021121" y="0"/>
                  </a:lnTo>
                  <a:cubicBezTo>
                    <a:pt x="1037123" y="0"/>
                    <a:pt x="1052469" y="6357"/>
                    <a:pt x="1063784" y="17671"/>
                  </a:cubicBezTo>
                  <a:cubicBezTo>
                    <a:pt x="1075099" y="28986"/>
                    <a:pt x="1081456" y="44333"/>
                    <a:pt x="1081456" y="60334"/>
                  </a:cubicBezTo>
                  <a:lnTo>
                    <a:pt x="1081456" y="332442"/>
                  </a:lnTo>
                  <a:cubicBezTo>
                    <a:pt x="1081456" y="348444"/>
                    <a:pt x="1075099" y="363790"/>
                    <a:pt x="1063784" y="375105"/>
                  </a:cubicBezTo>
                  <a:cubicBezTo>
                    <a:pt x="1052469" y="386420"/>
                    <a:pt x="1037123" y="392776"/>
                    <a:pt x="1021121" y="392776"/>
                  </a:cubicBezTo>
                  <a:lnTo>
                    <a:pt x="60334" y="392776"/>
                  </a:lnTo>
                  <a:cubicBezTo>
                    <a:pt x="44333" y="392776"/>
                    <a:pt x="28986" y="386420"/>
                    <a:pt x="17671" y="375105"/>
                  </a:cubicBezTo>
                  <a:cubicBezTo>
                    <a:pt x="6357" y="363790"/>
                    <a:pt x="0" y="348444"/>
                    <a:pt x="0" y="332442"/>
                  </a:cubicBezTo>
                  <a:lnTo>
                    <a:pt x="0" y="60334"/>
                  </a:lnTo>
                  <a:cubicBezTo>
                    <a:pt x="0" y="44333"/>
                    <a:pt x="6357" y="28986"/>
                    <a:pt x="17671" y="17671"/>
                  </a:cubicBezTo>
                  <a:cubicBezTo>
                    <a:pt x="28986" y="6357"/>
                    <a:pt x="44333" y="0"/>
                    <a:pt x="60334" y="0"/>
                  </a:cubicBezTo>
                  <a:close/>
                </a:path>
              </a:pathLst>
            </a:custGeom>
            <a:solidFill>
              <a:srgbClr val="FFFFFF"/>
            </a:solidFill>
            <a:ln w="47625" cap="rnd">
              <a:solidFill>
                <a:srgbClr val="998178"/>
              </a:solidFill>
              <a:prstDash val="solid"/>
              <a:round/>
            </a:ln>
          </p:spPr>
        </p:sp>
        <p:sp>
          <p:nvSpPr>
            <p:cNvPr name="TextBox 35" id="35"/>
            <p:cNvSpPr txBox="true"/>
            <p:nvPr/>
          </p:nvSpPr>
          <p:spPr>
            <a:xfrm>
              <a:off x="0" y="-38100"/>
              <a:ext cx="1081456" cy="430876"/>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9321645" y="6668687"/>
            <a:ext cx="4482673" cy="1767332"/>
            <a:chOff x="0" y="0"/>
            <a:chExt cx="1180622" cy="465470"/>
          </a:xfrm>
        </p:grpSpPr>
        <p:sp>
          <p:nvSpPr>
            <p:cNvPr name="Freeform 37" id="37"/>
            <p:cNvSpPr/>
            <p:nvPr/>
          </p:nvSpPr>
          <p:spPr>
            <a:xfrm flipH="false" flipV="false" rot="0">
              <a:off x="0" y="0"/>
              <a:ext cx="1180622" cy="465470"/>
            </a:xfrm>
            <a:custGeom>
              <a:avLst/>
              <a:gdLst/>
              <a:ahLst/>
              <a:cxnLst/>
              <a:rect r="r" b="b" t="t" l="l"/>
              <a:pathLst>
                <a:path h="465470" w="1180622">
                  <a:moveTo>
                    <a:pt x="55266" y="0"/>
                  </a:moveTo>
                  <a:lnTo>
                    <a:pt x="1125355" y="0"/>
                  </a:lnTo>
                  <a:cubicBezTo>
                    <a:pt x="1155878" y="0"/>
                    <a:pt x="1180622" y="24744"/>
                    <a:pt x="1180622" y="55266"/>
                  </a:cubicBezTo>
                  <a:lnTo>
                    <a:pt x="1180622" y="410204"/>
                  </a:lnTo>
                  <a:cubicBezTo>
                    <a:pt x="1180622" y="440726"/>
                    <a:pt x="1155878" y="465470"/>
                    <a:pt x="1125355" y="465470"/>
                  </a:cubicBezTo>
                  <a:lnTo>
                    <a:pt x="55266" y="465470"/>
                  </a:lnTo>
                  <a:cubicBezTo>
                    <a:pt x="40609" y="465470"/>
                    <a:pt x="26552" y="459647"/>
                    <a:pt x="16187" y="449283"/>
                  </a:cubicBezTo>
                  <a:cubicBezTo>
                    <a:pt x="5823" y="438918"/>
                    <a:pt x="0" y="424861"/>
                    <a:pt x="0" y="410204"/>
                  </a:cubicBezTo>
                  <a:lnTo>
                    <a:pt x="0" y="55266"/>
                  </a:lnTo>
                  <a:cubicBezTo>
                    <a:pt x="0" y="24744"/>
                    <a:pt x="24744" y="0"/>
                    <a:pt x="55266" y="0"/>
                  </a:cubicBezTo>
                  <a:close/>
                </a:path>
              </a:pathLst>
            </a:custGeom>
            <a:solidFill>
              <a:srgbClr val="9EB6B6"/>
            </a:solidFill>
            <a:ln cap="rnd">
              <a:noFill/>
              <a:prstDash val="solid"/>
              <a:round/>
            </a:ln>
          </p:spPr>
        </p:sp>
        <p:sp>
          <p:nvSpPr>
            <p:cNvPr name="TextBox 38" id="38"/>
            <p:cNvSpPr txBox="true"/>
            <p:nvPr/>
          </p:nvSpPr>
          <p:spPr>
            <a:xfrm>
              <a:off x="0" y="-38100"/>
              <a:ext cx="1180622" cy="50357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9" id="39"/>
          <p:cNvGrpSpPr/>
          <p:nvPr/>
        </p:nvGrpSpPr>
        <p:grpSpPr>
          <a:xfrm rot="0">
            <a:off x="4666635" y="6806691"/>
            <a:ext cx="4106152" cy="1491323"/>
            <a:chOff x="0" y="0"/>
            <a:chExt cx="1081456" cy="392776"/>
          </a:xfrm>
        </p:grpSpPr>
        <p:sp>
          <p:nvSpPr>
            <p:cNvPr name="Freeform 40" id="40"/>
            <p:cNvSpPr/>
            <p:nvPr/>
          </p:nvSpPr>
          <p:spPr>
            <a:xfrm flipH="false" flipV="false" rot="0">
              <a:off x="0" y="0"/>
              <a:ext cx="1081456" cy="392776"/>
            </a:xfrm>
            <a:custGeom>
              <a:avLst/>
              <a:gdLst/>
              <a:ahLst/>
              <a:cxnLst/>
              <a:rect r="r" b="b" t="t" l="l"/>
              <a:pathLst>
                <a:path h="392776" w="1081456">
                  <a:moveTo>
                    <a:pt x="60334" y="0"/>
                  </a:moveTo>
                  <a:lnTo>
                    <a:pt x="1021121" y="0"/>
                  </a:lnTo>
                  <a:cubicBezTo>
                    <a:pt x="1037123" y="0"/>
                    <a:pt x="1052469" y="6357"/>
                    <a:pt x="1063784" y="17671"/>
                  </a:cubicBezTo>
                  <a:cubicBezTo>
                    <a:pt x="1075099" y="28986"/>
                    <a:pt x="1081456" y="44333"/>
                    <a:pt x="1081456" y="60334"/>
                  </a:cubicBezTo>
                  <a:lnTo>
                    <a:pt x="1081456" y="332442"/>
                  </a:lnTo>
                  <a:cubicBezTo>
                    <a:pt x="1081456" y="348444"/>
                    <a:pt x="1075099" y="363790"/>
                    <a:pt x="1063784" y="375105"/>
                  </a:cubicBezTo>
                  <a:cubicBezTo>
                    <a:pt x="1052469" y="386420"/>
                    <a:pt x="1037123" y="392776"/>
                    <a:pt x="1021121" y="392776"/>
                  </a:cubicBezTo>
                  <a:lnTo>
                    <a:pt x="60334" y="392776"/>
                  </a:lnTo>
                  <a:cubicBezTo>
                    <a:pt x="44333" y="392776"/>
                    <a:pt x="28986" y="386420"/>
                    <a:pt x="17671" y="375105"/>
                  </a:cubicBezTo>
                  <a:cubicBezTo>
                    <a:pt x="6357" y="363790"/>
                    <a:pt x="0" y="348444"/>
                    <a:pt x="0" y="332442"/>
                  </a:cubicBezTo>
                  <a:lnTo>
                    <a:pt x="0" y="60334"/>
                  </a:lnTo>
                  <a:cubicBezTo>
                    <a:pt x="0" y="44333"/>
                    <a:pt x="6357" y="28986"/>
                    <a:pt x="17671" y="17671"/>
                  </a:cubicBezTo>
                  <a:cubicBezTo>
                    <a:pt x="28986" y="6357"/>
                    <a:pt x="44333" y="0"/>
                    <a:pt x="60334" y="0"/>
                  </a:cubicBezTo>
                  <a:close/>
                </a:path>
              </a:pathLst>
            </a:custGeom>
            <a:solidFill>
              <a:srgbClr val="FFFFFF"/>
            </a:solidFill>
            <a:ln w="47625" cap="rnd">
              <a:solidFill>
                <a:srgbClr val="998178"/>
              </a:solidFill>
              <a:prstDash val="solid"/>
              <a:round/>
            </a:ln>
          </p:spPr>
        </p:sp>
        <p:sp>
          <p:nvSpPr>
            <p:cNvPr name="TextBox 41" id="41"/>
            <p:cNvSpPr txBox="true"/>
            <p:nvPr/>
          </p:nvSpPr>
          <p:spPr>
            <a:xfrm>
              <a:off x="0" y="-38100"/>
              <a:ext cx="1081456" cy="430876"/>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9515214" y="6806691"/>
            <a:ext cx="4106152" cy="1491323"/>
            <a:chOff x="0" y="0"/>
            <a:chExt cx="1081456" cy="392776"/>
          </a:xfrm>
        </p:grpSpPr>
        <p:sp>
          <p:nvSpPr>
            <p:cNvPr name="Freeform 43" id="43"/>
            <p:cNvSpPr/>
            <p:nvPr/>
          </p:nvSpPr>
          <p:spPr>
            <a:xfrm flipH="false" flipV="false" rot="0">
              <a:off x="0" y="0"/>
              <a:ext cx="1081456" cy="392776"/>
            </a:xfrm>
            <a:custGeom>
              <a:avLst/>
              <a:gdLst/>
              <a:ahLst/>
              <a:cxnLst/>
              <a:rect r="r" b="b" t="t" l="l"/>
              <a:pathLst>
                <a:path h="392776" w="1081456">
                  <a:moveTo>
                    <a:pt x="60334" y="0"/>
                  </a:moveTo>
                  <a:lnTo>
                    <a:pt x="1021121" y="0"/>
                  </a:lnTo>
                  <a:cubicBezTo>
                    <a:pt x="1037123" y="0"/>
                    <a:pt x="1052469" y="6357"/>
                    <a:pt x="1063784" y="17671"/>
                  </a:cubicBezTo>
                  <a:cubicBezTo>
                    <a:pt x="1075099" y="28986"/>
                    <a:pt x="1081456" y="44333"/>
                    <a:pt x="1081456" y="60334"/>
                  </a:cubicBezTo>
                  <a:lnTo>
                    <a:pt x="1081456" y="332442"/>
                  </a:lnTo>
                  <a:cubicBezTo>
                    <a:pt x="1081456" y="348444"/>
                    <a:pt x="1075099" y="363790"/>
                    <a:pt x="1063784" y="375105"/>
                  </a:cubicBezTo>
                  <a:cubicBezTo>
                    <a:pt x="1052469" y="386420"/>
                    <a:pt x="1037123" y="392776"/>
                    <a:pt x="1021121" y="392776"/>
                  </a:cubicBezTo>
                  <a:lnTo>
                    <a:pt x="60334" y="392776"/>
                  </a:lnTo>
                  <a:cubicBezTo>
                    <a:pt x="44333" y="392776"/>
                    <a:pt x="28986" y="386420"/>
                    <a:pt x="17671" y="375105"/>
                  </a:cubicBezTo>
                  <a:cubicBezTo>
                    <a:pt x="6357" y="363790"/>
                    <a:pt x="0" y="348444"/>
                    <a:pt x="0" y="332442"/>
                  </a:cubicBezTo>
                  <a:lnTo>
                    <a:pt x="0" y="60334"/>
                  </a:lnTo>
                  <a:cubicBezTo>
                    <a:pt x="0" y="44333"/>
                    <a:pt x="6357" y="28986"/>
                    <a:pt x="17671" y="17671"/>
                  </a:cubicBezTo>
                  <a:cubicBezTo>
                    <a:pt x="28986" y="6357"/>
                    <a:pt x="44333" y="0"/>
                    <a:pt x="60334" y="0"/>
                  </a:cubicBezTo>
                  <a:close/>
                </a:path>
              </a:pathLst>
            </a:custGeom>
            <a:solidFill>
              <a:srgbClr val="FFFFFF"/>
            </a:solidFill>
            <a:ln w="47625" cap="rnd">
              <a:solidFill>
                <a:srgbClr val="998178"/>
              </a:solidFill>
              <a:prstDash val="solid"/>
              <a:round/>
            </a:ln>
          </p:spPr>
        </p:sp>
        <p:sp>
          <p:nvSpPr>
            <p:cNvPr name="TextBox 44" id="44"/>
            <p:cNvSpPr txBox="true"/>
            <p:nvPr/>
          </p:nvSpPr>
          <p:spPr>
            <a:xfrm>
              <a:off x="0" y="-38100"/>
              <a:ext cx="1081456" cy="430876"/>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1740626" y="4313554"/>
            <a:ext cx="4482673" cy="1767332"/>
            <a:chOff x="0" y="0"/>
            <a:chExt cx="1180622" cy="465470"/>
          </a:xfrm>
        </p:grpSpPr>
        <p:sp>
          <p:nvSpPr>
            <p:cNvPr name="Freeform 46" id="46"/>
            <p:cNvSpPr/>
            <p:nvPr/>
          </p:nvSpPr>
          <p:spPr>
            <a:xfrm flipH="false" flipV="false" rot="0">
              <a:off x="0" y="0"/>
              <a:ext cx="1180622" cy="465470"/>
            </a:xfrm>
            <a:custGeom>
              <a:avLst/>
              <a:gdLst/>
              <a:ahLst/>
              <a:cxnLst/>
              <a:rect r="r" b="b" t="t" l="l"/>
              <a:pathLst>
                <a:path h="465470" w="1180622">
                  <a:moveTo>
                    <a:pt x="55266" y="0"/>
                  </a:moveTo>
                  <a:lnTo>
                    <a:pt x="1125355" y="0"/>
                  </a:lnTo>
                  <a:cubicBezTo>
                    <a:pt x="1155878" y="0"/>
                    <a:pt x="1180622" y="24744"/>
                    <a:pt x="1180622" y="55266"/>
                  </a:cubicBezTo>
                  <a:lnTo>
                    <a:pt x="1180622" y="410204"/>
                  </a:lnTo>
                  <a:cubicBezTo>
                    <a:pt x="1180622" y="440726"/>
                    <a:pt x="1155878" y="465470"/>
                    <a:pt x="1125355" y="465470"/>
                  </a:cubicBezTo>
                  <a:lnTo>
                    <a:pt x="55266" y="465470"/>
                  </a:lnTo>
                  <a:cubicBezTo>
                    <a:pt x="40609" y="465470"/>
                    <a:pt x="26552" y="459647"/>
                    <a:pt x="16187" y="449283"/>
                  </a:cubicBezTo>
                  <a:cubicBezTo>
                    <a:pt x="5823" y="438918"/>
                    <a:pt x="0" y="424861"/>
                    <a:pt x="0" y="410204"/>
                  </a:cubicBezTo>
                  <a:lnTo>
                    <a:pt x="0" y="55266"/>
                  </a:lnTo>
                  <a:cubicBezTo>
                    <a:pt x="0" y="24744"/>
                    <a:pt x="24744" y="0"/>
                    <a:pt x="55266" y="0"/>
                  </a:cubicBezTo>
                  <a:close/>
                </a:path>
              </a:pathLst>
            </a:custGeom>
            <a:solidFill>
              <a:srgbClr val="9EB6B6"/>
            </a:solidFill>
            <a:ln cap="rnd">
              <a:noFill/>
              <a:prstDash val="solid"/>
              <a:round/>
            </a:ln>
          </p:spPr>
        </p:sp>
        <p:sp>
          <p:nvSpPr>
            <p:cNvPr name="TextBox 47" id="47"/>
            <p:cNvSpPr txBox="true"/>
            <p:nvPr/>
          </p:nvSpPr>
          <p:spPr>
            <a:xfrm>
              <a:off x="0" y="-38100"/>
              <a:ext cx="1180622" cy="50357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48" id="48"/>
          <p:cNvGrpSpPr/>
          <p:nvPr/>
        </p:nvGrpSpPr>
        <p:grpSpPr>
          <a:xfrm rot="0">
            <a:off x="11937787" y="4443330"/>
            <a:ext cx="4106152" cy="1491323"/>
            <a:chOff x="0" y="0"/>
            <a:chExt cx="1081456" cy="392776"/>
          </a:xfrm>
        </p:grpSpPr>
        <p:sp>
          <p:nvSpPr>
            <p:cNvPr name="Freeform 49" id="49"/>
            <p:cNvSpPr/>
            <p:nvPr/>
          </p:nvSpPr>
          <p:spPr>
            <a:xfrm flipH="false" flipV="false" rot="0">
              <a:off x="0" y="0"/>
              <a:ext cx="1081456" cy="392776"/>
            </a:xfrm>
            <a:custGeom>
              <a:avLst/>
              <a:gdLst/>
              <a:ahLst/>
              <a:cxnLst/>
              <a:rect r="r" b="b" t="t" l="l"/>
              <a:pathLst>
                <a:path h="392776" w="1081456">
                  <a:moveTo>
                    <a:pt x="60334" y="0"/>
                  </a:moveTo>
                  <a:lnTo>
                    <a:pt x="1021121" y="0"/>
                  </a:lnTo>
                  <a:cubicBezTo>
                    <a:pt x="1037123" y="0"/>
                    <a:pt x="1052469" y="6357"/>
                    <a:pt x="1063784" y="17671"/>
                  </a:cubicBezTo>
                  <a:cubicBezTo>
                    <a:pt x="1075099" y="28986"/>
                    <a:pt x="1081456" y="44333"/>
                    <a:pt x="1081456" y="60334"/>
                  </a:cubicBezTo>
                  <a:lnTo>
                    <a:pt x="1081456" y="332442"/>
                  </a:lnTo>
                  <a:cubicBezTo>
                    <a:pt x="1081456" y="348444"/>
                    <a:pt x="1075099" y="363790"/>
                    <a:pt x="1063784" y="375105"/>
                  </a:cubicBezTo>
                  <a:cubicBezTo>
                    <a:pt x="1052469" y="386420"/>
                    <a:pt x="1037123" y="392776"/>
                    <a:pt x="1021121" y="392776"/>
                  </a:cubicBezTo>
                  <a:lnTo>
                    <a:pt x="60334" y="392776"/>
                  </a:lnTo>
                  <a:cubicBezTo>
                    <a:pt x="44333" y="392776"/>
                    <a:pt x="28986" y="386420"/>
                    <a:pt x="17671" y="375105"/>
                  </a:cubicBezTo>
                  <a:cubicBezTo>
                    <a:pt x="6357" y="363790"/>
                    <a:pt x="0" y="348444"/>
                    <a:pt x="0" y="332442"/>
                  </a:cubicBezTo>
                  <a:lnTo>
                    <a:pt x="0" y="60334"/>
                  </a:lnTo>
                  <a:cubicBezTo>
                    <a:pt x="0" y="44333"/>
                    <a:pt x="6357" y="28986"/>
                    <a:pt x="17671" y="17671"/>
                  </a:cubicBezTo>
                  <a:cubicBezTo>
                    <a:pt x="28986" y="6357"/>
                    <a:pt x="44333" y="0"/>
                    <a:pt x="60334" y="0"/>
                  </a:cubicBezTo>
                  <a:close/>
                </a:path>
              </a:pathLst>
            </a:custGeom>
            <a:solidFill>
              <a:srgbClr val="FFFFFF"/>
            </a:solidFill>
            <a:ln w="47625" cap="rnd">
              <a:solidFill>
                <a:srgbClr val="998178"/>
              </a:solidFill>
              <a:prstDash val="solid"/>
              <a:round/>
            </a:ln>
          </p:spPr>
        </p:sp>
        <p:sp>
          <p:nvSpPr>
            <p:cNvPr name="TextBox 50" id="50"/>
            <p:cNvSpPr txBox="true"/>
            <p:nvPr/>
          </p:nvSpPr>
          <p:spPr>
            <a:xfrm>
              <a:off x="0" y="-38100"/>
              <a:ext cx="1081456" cy="430876"/>
            </a:xfrm>
            <a:prstGeom prst="rect">
              <a:avLst/>
            </a:prstGeom>
          </p:spPr>
          <p:txBody>
            <a:bodyPr anchor="ctr" rtlCol="false" tIns="50800" lIns="50800" bIns="50800" rIns="50800"/>
            <a:lstStyle/>
            <a:p>
              <a:pPr algn="ctr">
                <a:lnSpc>
                  <a:spcPts val="2659"/>
                </a:lnSpc>
              </a:pPr>
            </a:p>
          </p:txBody>
        </p:sp>
      </p:grpSp>
      <p:sp>
        <p:nvSpPr>
          <p:cNvPr name="TextBox 51" id="51"/>
          <p:cNvSpPr txBox="true"/>
          <p:nvPr/>
        </p:nvSpPr>
        <p:spPr>
          <a:xfrm rot="0">
            <a:off x="2307595" y="4782184"/>
            <a:ext cx="4040902" cy="646431"/>
          </a:xfrm>
          <a:prstGeom prst="rect">
            <a:avLst/>
          </a:prstGeom>
        </p:spPr>
        <p:txBody>
          <a:bodyPr anchor="t" rtlCol="false" tIns="0" lIns="0" bIns="0" rIns="0">
            <a:spAutoFit/>
          </a:bodyPr>
          <a:lstStyle/>
          <a:p>
            <a:pPr algn="ctr">
              <a:lnSpc>
                <a:spcPts val="5319"/>
              </a:lnSpc>
            </a:pPr>
            <a:r>
              <a:rPr lang="en-US" sz="3799" b="true">
                <a:solidFill>
                  <a:srgbClr val="7B6861"/>
                </a:solidFill>
                <a:latin typeface="Quicksand Bold"/>
                <a:ea typeface="Quicksand Bold"/>
                <a:cs typeface="Quicksand Bold"/>
                <a:sym typeface="Quicksand Bold"/>
              </a:rPr>
              <a:t>Ahmed Maher</a:t>
            </a:r>
          </a:p>
        </p:txBody>
      </p:sp>
      <p:sp>
        <p:nvSpPr>
          <p:cNvPr name="TextBox 52" id="52"/>
          <p:cNvSpPr txBox="true"/>
          <p:nvPr/>
        </p:nvSpPr>
        <p:spPr>
          <a:xfrm rot="0">
            <a:off x="6994632" y="4588984"/>
            <a:ext cx="3943447" cy="1211258"/>
          </a:xfrm>
          <a:prstGeom prst="rect">
            <a:avLst/>
          </a:prstGeom>
        </p:spPr>
        <p:txBody>
          <a:bodyPr anchor="t" rtlCol="false" tIns="0" lIns="0" bIns="0" rIns="0">
            <a:spAutoFit/>
          </a:bodyPr>
          <a:lstStyle/>
          <a:p>
            <a:pPr algn="ctr">
              <a:lnSpc>
                <a:spcPts val="4922"/>
              </a:lnSpc>
            </a:pPr>
            <a:r>
              <a:rPr lang="en-US" sz="3516" b="true">
                <a:solidFill>
                  <a:srgbClr val="7B6861"/>
                </a:solidFill>
                <a:latin typeface="Quicksand Bold"/>
                <a:ea typeface="Quicksand Bold"/>
                <a:cs typeface="Quicksand Bold"/>
                <a:sym typeface="Quicksand Bold"/>
              </a:rPr>
              <a:t>Abdelrhman Essam</a:t>
            </a:r>
          </a:p>
        </p:txBody>
      </p:sp>
      <p:sp>
        <p:nvSpPr>
          <p:cNvPr name="TextBox 53" id="53"/>
          <p:cNvSpPr txBox="true"/>
          <p:nvPr/>
        </p:nvSpPr>
        <p:spPr>
          <a:xfrm rot="0">
            <a:off x="4699260" y="7191037"/>
            <a:ext cx="4040902" cy="646431"/>
          </a:xfrm>
          <a:prstGeom prst="rect">
            <a:avLst/>
          </a:prstGeom>
        </p:spPr>
        <p:txBody>
          <a:bodyPr anchor="t" rtlCol="false" tIns="0" lIns="0" bIns="0" rIns="0">
            <a:spAutoFit/>
          </a:bodyPr>
          <a:lstStyle/>
          <a:p>
            <a:pPr algn="ctr">
              <a:lnSpc>
                <a:spcPts val="5319"/>
              </a:lnSpc>
            </a:pPr>
            <a:r>
              <a:rPr lang="en-US" sz="3799" b="true">
                <a:solidFill>
                  <a:srgbClr val="7B6861"/>
                </a:solidFill>
                <a:latin typeface="Quicksand Bold"/>
                <a:ea typeface="Quicksand Bold"/>
                <a:cs typeface="Quicksand Bold"/>
                <a:sym typeface="Quicksand Bold"/>
              </a:rPr>
              <a:t>Youssef Ibrahim</a:t>
            </a:r>
          </a:p>
        </p:txBody>
      </p:sp>
      <p:sp>
        <p:nvSpPr>
          <p:cNvPr name="TextBox 54" id="54"/>
          <p:cNvSpPr txBox="true"/>
          <p:nvPr/>
        </p:nvSpPr>
        <p:spPr>
          <a:xfrm rot="0">
            <a:off x="11994062" y="4511066"/>
            <a:ext cx="3993600" cy="1289176"/>
          </a:xfrm>
          <a:prstGeom prst="rect">
            <a:avLst/>
          </a:prstGeom>
        </p:spPr>
        <p:txBody>
          <a:bodyPr anchor="t" rtlCol="false" tIns="0" lIns="0" bIns="0" rIns="0">
            <a:spAutoFit/>
          </a:bodyPr>
          <a:lstStyle/>
          <a:p>
            <a:pPr algn="ctr">
              <a:lnSpc>
                <a:spcPts val="5257"/>
              </a:lnSpc>
            </a:pPr>
            <a:r>
              <a:rPr lang="en-US" sz="3755" b="true">
                <a:solidFill>
                  <a:srgbClr val="7B6861"/>
                </a:solidFill>
                <a:latin typeface="Quicksand Bold"/>
                <a:ea typeface="Quicksand Bold"/>
                <a:cs typeface="Quicksand Bold"/>
                <a:sym typeface="Quicksand Bold"/>
              </a:rPr>
              <a:t>Abdelrhman Elbeeh</a:t>
            </a:r>
          </a:p>
        </p:txBody>
      </p:sp>
      <p:sp>
        <p:nvSpPr>
          <p:cNvPr name="TextBox 55" id="55"/>
          <p:cNvSpPr txBox="true"/>
          <p:nvPr/>
        </p:nvSpPr>
        <p:spPr>
          <a:xfrm rot="0">
            <a:off x="9542530" y="7191037"/>
            <a:ext cx="4040902" cy="646431"/>
          </a:xfrm>
          <a:prstGeom prst="rect">
            <a:avLst/>
          </a:prstGeom>
        </p:spPr>
        <p:txBody>
          <a:bodyPr anchor="t" rtlCol="false" tIns="0" lIns="0" bIns="0" rIns="0">
            <a:spAutoFit/>
          </a:bodyPr>
          <a:lstStyle/>
          <a:p>
            <a:pPr algn="ctr">
              <a:lnSpc>
                <a:spcPts val="5319"/>
              </a:lnSpc>
            </a:pPr>
            <a:r>
              <a:rPr lang="en-US" sz="3799" b="true">
                <a:solidFill>
                  <a:srgbClr val="7B6861"/>
                </a:solidFill>
                <a:latin typeface="Quicksand Bold"/>
                <a:ea typeface="Quicksand Bold"/>
                <a:cs typeface="Quicksand Bold"/>
                <a:sym typeface="Quicksand Bold"/>
              </a:rPr>
              <a:t>Yassin Ibrahim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9EB6B6"/>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584346">
            <a:off x="15344473" y="-366819"/>
            <a:ext cx="4149033" cy="3779392"/>
          </a:xfrm>
          <a:custGeom>
            <a:avLst/>
            <a:gdLst/>
            <a:ahLst/>
            <a:cxnLst/>
            <a:rect r="r" b="b" t="t" l="l"/>
            <a:pathLst>
              <a:path h="3779392" w="4149033">
                <a:moveTo>
                  <a:pt x="0" y="0"/>
                </a:moveTo>
                <a:lnTo>
                  <a:pt x="4149032" y="0"/>
                </a:lnTo>
                <a:lnTo>
                  <a:pt x="4149032" y="3779392"/>
                </a:lnTo>
                <a:lnTo>
                  <a:pt x="0" y="37793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7" id="17"/>
          <p:cNvSpPr txBox="true"/>
          <p:nvPr/>
        </p:nvSpPr>
        <p:spPr>
          <a:xfrm rot="0">
            <a:off x="2493196" y="1525203"/>
            <a:ext cx="13405892" cy="1363695"/>
          </a:xfrm>
          <a:prstGeom prst="rect">
            <a:avLst/>
          </a:prstGeom>
        </p:spPr>
        <p:txBody>
          <a:bodyPr anchor="t" rtlCol="false" tIns="0" lIns="0" bIns="0" rIns="0">
            <a:spAutoFit/>
          </a:bodyPr>
          <a:lstStyle/>
          <a:p>
            <a:pPr algn="ctr">
              <a:lnSpc>
                <a:spcPts val="10023"/>
              </a:lnSpc>
            </a:pPr>
            <a:r>
              <a:rPr lang="en-US" sz="10662" spc="-533">
                <a:solidFill>
                  <a:srgbClr val="FFFFFF"/>
                </a:solidFill>
                <a:latin typeface="210 클레이토이"/>
                <a:ea typeface="210 클레이토이"/>
                <a:cs typeface="210 클레이토이"/>
                <a:sym typeface="210 클레이토이"/>
              </a:rPr>
              <a:t>PROJECT OVERVIEW</a:t>
            </a:r>
          </a:p>
        </p:txBody>
      </p:sp>
      <p:sp>
        <p:nvSpPr>
          <p:cNvPr name="Freeform 18" id="18"/>
          <p:cNvSpPr/>
          <p:nvPr/>
        </p:nvSpPr>
        <p:spPr>
          <a:xfrm flipH="false" flipV="false" rot="0">
            <a:off x="4036496" y="2888898"/>
            <a:ext cx="6695646" cy="730434"/>
          </a:xfrm>
          <a:custGeom>
            <a:avLst/>
            <a:gdLst/>
            <a:ahLst/>
            <a:cxnLst/>
            <a:rect r="r" b="b" t="t" l="l"/>
            <a:pathLst>
              <a:path h="730434" w="6695646">
                <a:moveTo>
                  <a:pt x="0" y="0"/>
                </a:moveTo>
                <a:lnTo>
                  <a:pt x="6695646" y="0"/>
                </a:lnTo>
                <a:lnTo>
                  <a:pt x="6695646" y="730434"/>
                </a:lnTo>
                <a:lnTo>
                  <a:pt x="0" y="73043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false" flipV="false" rot="0">
            <a:off x="7555858" y="2888898"/>
            <a:ext cx="6695646" cy="730434"/>
          </a:xfrm>
          <a:custGeom>
            <a:avLst/>
            <a:gdLst/>
            <a:ahLst/>
            <a:cxnLst/>
            <a:rect r="r" b="b" t="t" l="l"/>
            <a:pathLst>
              <a:path h="730434" w="6695646">
                <a:moveTo>
                  <a:pt x="0" y="0"/>
                </a:moveTo>
                <a:lnTo>
                  <a:pt x="6695646" y="0"/>
                </a:lnTo>
                <a:lnTo>
                  <a:pt x="6695646" y="730434"/>
                </a:lnTo>
                <a:lnTo>
                  <a:pt x="0" y="73043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20" id="20"/>
          <p:cNvGrpSpPr/>
          <p:nvPr/>
        </p:nvGrpSpPr>
        <p:grpSpPr>
          <a:xfrm rot="0">
            <a:off x="2808240" y="4201803"/>
            <a:ext cx="12651195" cy="8801254"/>
            <a:chOff x="0" y="0"/>
            <a:chExt cx="3332002" cy="2318026"/>
          </a:xfrm>
        </p:grpSpPr>
        <p:sp>
          <p:nvSpPr>
            <p:cNvPr name="Freeform 21" id="21"/>
            <p:cNvSpPr/>
            <p:nvPr/>
          </p:nvSpPr>
          <p:spPr>
            <a:xfrm flipH="false" flipV="false" rot="0">
              <a:off x="0" y="0"/>
              <a:ext cx="3332002" cy="2318026"/>
            </a:xfrm>
            <a:custGeom>
              <a:avLst/>
              <a:gdLst/>
              <a:ahLst/>
              <a:cxnLst/>
              <a:rect r="r" b="b" t="t" l="l"/>
              <a:pathLst>
                <a:path h="2318026" w="3332002">
                  <a:moveTo>
                    <a:pt x="19582" y="0"/>
                  </a:moveTo>
                  <a:lnTo>
                    <a:pt x="3312420" y="0"/>
                  </a:lnTo>
                  <a:cubicBezTo>
                    <a:pt x="3323235" y="0"/>
                    <a:pt x="3332002" y="8767"/>
                    <a:pt x="3332002" y="19582"/>
                  </a:cubicBezTo>
                  <a:lnTo>
                    <a:pt x="3332002" y="2298443"/>
                  </a:lnTo>
                  <a:cubicBezTo>
                    <a:pt x="3332002" y="2303637"/>
                    <a:pt x="3329939" y="2308618"/>
                    <a:pt x="3326266" y="2312290"/>
                  </a:cubicBezTo>
                  <a:cubicBezTo>
                    <a:pt x="3322594" y="2315963"/>
                    <a:pt x="3317613" y="2318026"/>
                    <a:pt x="3312420" y="2318026"/>
                  </a:cubicBezTo>
                  <a:lnTo>
                    <a:pt x="19582" y="2318026"/>
                  </a:lnTo>
                  <a:cubicBezTo>
                    <a:pt x="8767" y="2318026"/>
                    <a:pt x="0" y="2309258"/>
                    <a:pt x="0" y="2298443"/>
                  </a:cubicBezTo>
                  <a:lnTo>
                    <a:pt x="0" y="19582"/>
                  </a:lnTo>
                  <a:cubicBezTo>
                    <a:pt x="0" y="14389"/>
                    <a:pt x="2063" y="9408"/>
                    <a:pt x="5736" y="5736"/>
                  </a:cubicBezTo>
                  <a:cubicBezTo>
                    <a:pt x="9408" y="2063"/>
                    <a:pt x="14389" y="0"/>
                    <a:pt x="19582" y="0"/>
                  </a:cubicBezTo>
                  <a:close/>
                </a:path>
              </a:pathLst>
            </a:custGeom>
            <a:solidFill>
              <a:srgbClr val="FFFFFF"/>
            </a:solidFill>
            <a:ln w="47625" cap="rnd">
              <a:solidFill>
                <a:srgbClr val="998178"/>
              </a:solidFill>
              <a:prstDash val="solid"/>
              <a:round/>
            </a:ln>
          </p:spPr>
        </p:sp>
        <p:sp>
          <p:nvSpPr>
            <p:cNvPr name="TextBox 22" id="22"/>
            <p:cNvSpPr txBox="true"/>
            <p:nvPr/>
          </p:nvSpPr>
          <p:spPr>
            <a:xfrm>
              <a:off x="0" y="-38100"/>
              <a:ext cx="3332002" cy="2356126"/>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3704572" y="4750293"/>
            <a:ext cx="10983139" cy="2740660"/>
          </a:xfrm>
          <a:prstGeom prst="rect">
            <a:avLst/>
          </a:prstGeom>
        </p:spPr>
        <p:txBody>
          <a:bodyPr anchor="t" rtlCol="false" tIns="0" lIns="0" bIns="0" rIns="0">
            <a:spAutoFit/>
          </a:bodyPr>
          <a:lstStyle/>
          <a:p>
            <a:pPr algn="l" marL="0" indent="0" lvl="0">
              <a:lnSpc>
                <a:spcPts val="2720"/>
              </a:lnSpc>
            </a:pPr>
            <a:r>
              <a:rPr lang="en-US" b="true" sz="2000" spc="18">
                <a:solidFill>
                  <a:srgbClr val="7B6861"/>
                </a:solidFill>
                <a:latin typeface="Quicksand Medium"/>
                <a:ea typeface="Quicksand Medium"/>
                <a:cs typeface="Quicksand Medium"/>
                <a:sym typeface="Quicksand Medium"/>
              </a:rPr>
              <a:t>Th</a:t>
            </a:r>
            <a:r>
              <a:rPr lang="en-US" b="true" sz="2000" spc="18" strike="noStrike" u="none">
                <a:solidFill>
                  <a:srgbClr val="7B6861"/>
                </a:solidFill>
                <a:latin typeface="Quicksand Medium"/>
                <a:ea typeface="Quicksand Medium"/>
                <a:cs typeface="Quicksand Medium"/>
                <a:sym typeface="Quicksand Medium"/>
              </a:rPr>
              <a:t>e pr</a:t>
            </a:r>
            <a:r>
              <a:rPr lang="en-US" b="true" sz="2000" spc="18" strike="noStrike" u="none">
                <a:solidFill>
                  <a:srgbClr val="7B6861"/>
                </a:solidFill>
                <a:latin typeface="Quicksand Medium"/>
                <a:ea typeface="Quicksand Medium"/>
                <a:cs typeface="Quicksand Medium"/>
                <a:sym typeface="Quicksand Medium"/>
              </a:rPr>
              <a:t>oject</a:t>
            </a:r>
            <a:r>
              <a:rPr lang="en-US" b="true" sz="2000" spc="18" strike="noStrike" u="none">
                <a:solidFill>
                  <a:srgbClr val="7B6861"/>
                </a:solidFill>
                <a:latin typeface="Quicksand Medium"/>
                <a:ea typeface="Quicksand Medium"/>
                <a:cs typeface="Quicksand Medium"/>
                <a:sym typeface="Quicksand Medium"/>
              </a:rPr>
              <a:t> i</a:t>
            </a:r>
            <a:r>
              <a:rPr lang="en-US" b="true" sz="2000" spc="18" strike="noStrike" u="none">
                <a:solidFill>
                  <a:srgbClr val="7B6861"/>
                </a:solidFill>
                <a:latin typeface="Quicksand Medium"/>
                <a:ea typeface="Quicksand Medium"/>
                <a:cs typeface="Quicksand Medium"/>
                <a:sym typeface="Quicksand Medium"/>
              </a:rPr>
              <a:t>s</a:t>
            </a:r>
            <a:r>
              <a:rPr lang="en-US" b="true" sz="2000" spc="18" strike="noStrike" u="none">
                <a:solidFill>
                  <a:srgbClr val="7B6861"/>
                </a:solidFill>
                <a:latin typeface="Quicksand Medium"/>
                <a:ea typeface="Quicksand Medium"/>
                <a:cs typeface="Quicksand Medium"/>
                <a:sym typeface="Quicksand Medium"/>
              </a:rPr>
              <a:t> a</a:t>
            </a:r>
            <a:r>
              <a:rPr lang="en-US" b="true" sz="2000" spc="18" strike="noStrike" u="none">
                <a:solidFill>
                  <a:srgbClr val="7B6861"/>
                </a:solidFill>
                <a:latin typeface="Quicksand Medium"/>
                <a:ea typeface="Quicksand Medium"/>
                <a:cs typeface="Quicksand Medium"/>
                <a:sym typeface="Quicksand Medium"/>
              </a:rPr>
              <a:t> s</a:t>
            </a:r>
            <a:r>
              <a:rPr lang="en-US" b="true" sz="2000" spc="18" strike="noStrike" u="none">
                <a:solidFill>
                  <a:srgbClr val="7B6861"/>
                </a:solidFill>
                <a:latin typeface="Quicksand Medium"/>
                <a:ea typeface="Quicksand Medium"/>
                <a:cs typeface="Quicksand Medium"/>
                <a:sym typeface="Quicksand Medium"/>
              </a:rPr>
              <a:t>m</a:t>
            </a:r>
            <a:r>
              <a:rPr lang="en-US" b="true" sz="2000" spc="18" strike="noStrike" u="none">
                <a:solidFill>
                  <a:srgbClr val="7B6861"/>
                </a:solidFill>
                <a:latin typeface="Quicksand Medium"/>
                <a:ea typeface="Quicksand Medium"/>
                <a:cs typeface="Quicksand Medium"/>
                <a:sym typeface="Quicksand Medium"/>
              </a:rPr>
              <a:t>ar</a:t>
            </a:r>
            <a:r>
              <a:rPr lang="en-US" b="true" sz="2000" spc="18" strike="noStrike" u="none">
                <a:solidFill>
                  <a:srgbClr val="7B6861"/>
                </a:solidFill>
                <a:latin typeface="Quicksand Medium"/>
                <a:ea typeface="Quicksand Medium"/>
                <a:cs typeface="Quicksand Medium"/>
                <a:sym typeface="Quicksand Medium"/>
              </a:rPr>
              <a:t>t </a:t>
            </a:r>
            <a:r>
              <a:rPr lang="en-US" b="true" sz="2000" spc="18" strike="noStrike" u="none">
                <a:solidFill>
                  <a:srgbClr val="7B6861"/>
                </a:solidFill>
                <a:latin typeface="Quicksand Medium"/>
                <a:ea typeface="Quicksand Medium"/>
                <a:cs typeface="Quicksand Medium"/>
                <a:sym typeface="Quicksand Medium"/>
              </a:rPr>
              <a:t>m</a:t>
            </a:r>
            <a:r>
              <a:rPr lang="en-US" b="true" sz="2000" spc="18" strike="noStrike" u="none">
                <a:solidFill>
                  <a:srgbClr val="7B6861"/>
                </a:solidFill>
                <a:latin typeface="Quicksand Medium"/>
                <a:ea typeface="Quicksand Medium"/>
                <a:cs typeface="Quicksand Medium"/>
                <a:sym typeface="Quicksand Medium"/>
              </a:rPr>
              <a:t>ec</a:t>
            </a:r>
            <a:r>
              <a:rPr lang="en-US" b="true" sz="2000" spc="18" strike="noStrike" u="none">
                <a:solidFill>
                  <a:srgbClr val="7B6861"/>
                </a:solidFill>
                <a:latin typeface="Quicksand Medium"/>
                <a:ea typeface="Quicksand Medium"/>
                <a:cs typeface="Quicksand Medium"/>
                <a:sym typeface="Quicksand Medium"/>
              </a:rPr>
              <a:t>h</a:t>
            </a:r>
            <a:r>
              <a:rPr lang="en-US" b="true" sz="2000" spc="18" strike="noStrike" u="none">
                <a:solidFill>
                  <a:srgbClr val="7B6861"/>
                </a:solidFill>
                <a:latin typeface="Quicksand Medium"/>
                <a:ea typeface="Quicksand Medium"/>
                <a:cs typeface="Quicksand Medium"/>
                <a:sym typeface="Quicksand Medium"/>
              </a:rPr>
              <a:t>a</a:t>
            </a:r>
            <a:r>
              <a:rPr lang="en-US" b="true" sz="2000" spc="18" strike="noStrike" u="none">
                <a:solidFill>
                  <a:srgbClr val="7B6861"/>
                </a:solidFill>
                <a:latin typeface="Quicksand Medium"/>
                <a:ea typeface="Quicksand Medium"/>
                <a:cs typeface="Quicksand Medium"/>
                <a:sym typeface="Quicksand Medium"/>
              </a:rPr>
              <a:t>n</a:t>
            </a:r>
            <a:r>
              <a:rPr lang="en-US" b="true" sz="2000" spc="18" strike="noStrike" u="none">
                <a:solidFill>
                  <a:srgbClr val="7B6861"/>
                </a:solidFill>
                <a:latin typeface="Quicksand Medium"/>
                <a:ea typeface="Quicksand Medium"/>
                <a:cs typeface="Quicksand Medium"/>
                <a:sym typeface="Quicksand Medium"/>
              </a:rPr>
              <a:t>ic</a:t>
            </a:r>
            <a:r>
              <a:rPr lang="en-US" b="true" sz="2000" spc="18" strike="noStrike" u="none">
                <a:solidFill>
                  <a:srgbClr val="7B6861"/>
                </a:solidFill>
                <a:latin typeface="Quicksand Medium"/>
                <a:ea typeface="Quicksand Medium"/>
                <a:cs typeface="Quicksand Medium"/>
                <a:sym typeface="Quicksand Medium"/>
              </a:rPr>
              <a:t>a</a:t>
            </a:r>
            <a:r>
              <a:rPr lang="en-US" b="true" sz="2000" spc="18" strike="noStrike" u="none">
                <a:solidFill>
                  <a:srgbClr val="7B6861"/>
                </a:solidFill>
                <a:latin typeface="Quicksand Medium"/>
                <a:ea typeface="Quicksand Medium"/>
                <a:cs typeface="Quicksand Medium"/>
                <a:sym typeface="Quicksand Medium"/>
              </a:rPr>
              <a:t>l </a:t>
            </a:r>
            <a:r>
              <a:rPr lang="en-US" b="true" sz="2000" spc="18" strike="noStrike" u="none">
                <a:solidFill>
                  <a:srgbClr val="7B6861"/>
                </a:solidFill>
                <a:latin typeface="Quicksand Medium"/>
                <a:ea typeface="Quicksand Medium"/>
                <a:cs typeface="Quicksand Medium"/>
                <a:sym typeface="Quicksand Medium"/>
              </a:rPr>
              <a:t>gam</a:t>
            </a:r>
            <a:r>
              <a:rPr lang="en-US" b="true" sz="2000" spc="18" strike="noStrike" u="none">
                <a:solidFill>
                  <a:srgbClr val="7B6861"/>
                </a:solidFill>
                <a:latin typeface="Quicksand Medium"/>
                <a:ea typeface="Quicksand Medium"/>
                <a:cs typeface="Quicksand Medium"/>
                <a:sym typeface="Quicksand Medium"/>
              </a:rPr>
              <a:t>e t</a:t>
            </a:r>
            <a:r>
              <a:rPr lang="en-US" b="true" sz="2000" spc="18" strike="noStrike" u="none">
                <a:solidFill>
                  <a:srgbClr val="7B6861"/>
                </a:solidFill>
                <a:latin typeface="Quicksand Medium"/>
                <a:ea typeface="Quicksand Medium"/>
                <a:cs typeface="Quicksand Medium"/>
                <a:sym typeface="Quicksand Medium"/>
              </a:rPr>
              <a:t>h</a:t>
            </a:r>
            <a:r>
              <a:rPr lang="en-US" b="true" sz="2000" spc="18" strike="noStrike" u="none">
                <a:solidFill>
                  <a:srgbClr val="7B6861"/>
                </a:solidFill>
                <a:latin typeface="Quicksand Medium"/>
                <a:ea typeface="Quicksand Medium"/>
                <a:cs typeface="Quicksand Medium"/>
                <a:sym typeface="Quicksand Medium"/>
              </a:rPr>
              <a:t>a</a:t>
            </a:r>
            <a:r>
              <a:rPr lang="en-US" b="true" sz="2000" spc="18" strike="noStrike" u="none">
                <a:solidFill>
                  <a:srgbClr val="7B6861"/>
                </a:solidFill>
                <a:latin typeface="Quicksand Medium"/>
                <a:ea typeface="Quicksand Medium"/>
                <a:cs typeface="Quicksand Medium"/>
                <a:sym typeface="Quicksand Medium"/>
              </a:rPr>
              <a:t>t </a:t>
            </a:r>
            <a:r>
              <a:rPr lang="en-US" b="true" sz="2000" spc="18" strike="noStrike" u="none">
                <a:solidFill>
                  <a:srgbClr val="7B6861"/>
                </a:solidFill>
                <a:latin typeface="Quicksand Medium"/>
                <a:ea typeface="Quicksand Medium"/>
                <a:cs typeface="Quicksand Medium"/>
                <a:sym typeface="Quicksand Medium"/>
              </a:rPr>
              <a:t>us</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s </a:t>
            </a:r>
            <a:r>
              <a:rPr lang="en-US" b="true" sz="2000" spc="18" strike="noStrike" u="none">
                <a:solidFill>
                  <a:srgbClr val="7B6861"/>
                </a:solidFill>
                <a:latin typeface="Quicksand Medium"/>
                <a:ea typeface="Quicksand Medium"/>
                <a:cs typeface="Quicksand Medium"/>
                <a:sym typeface="Quicksand Medium"/>
              </a:rPr>
              <a:t>tw</a:t>
            </a:r>
            <a:r>
              <a:rPr lang="en-US" b="true" sz="2000" spc="18" strike="noStrike" u="none">
                <a:solidFill>
                  <a:srgbClr val="7B6861"/>
                </a:solidFill>
                <a:latin typeface="Quicksand Medium"/>
                <a:ea typeface="Quicksand Medium"/>
                <a:cs typeface="Quicksand Medium"/>
                <a:sym typeface="Quicksand Medium"/>
              </a:rPr>
              <a:t>o t</a:t>
            </a:r>
            <a:r>
              <a:rPr lang="en-US" b="true" sz="2000" spc="18" strike="noStrike" u="none">
                <a:solidFill>
                  <a:srgbClr val="7B6861"/>
                </a:solidFill>
                <a:latin typeface="Quicksand Medium"/>
                <a:ea typeface="Quicksand Medium"/>
                <a:cs typeface="Quicksand Medium"/>
                <a:sym typeface="Quicksand Medium"/>
              </a:rPr>
              <a:t>ype</a:t>
            </a:r>
            <a:r>
              <a:rPr lang="en-US" b="true" sz="2000" spc="18" strike="noStrike" u="none">
                <a:solidFill>
                  <a:srgbClr val="7B6861"/>
                </a:solidFill>
                <a:latin typeface="Quicksand Medium"/>
                <a:ea typeface="Quicksand Medium"/>
                <a:cs typeface="Quicksand Medium"/>
                <a:sym typeface="Quicksand Medium"/>
              </a:rPr>
              <a:t>s </a:t>
            </a:r>
            <a:r>
              <a:rPr lang="en-US" b="true" sz="2000" spc="18" strike="noStrike" u="none">
                <a:solidFill>
                  <a:srgbClr val="7B6861"/>
                </a:solidFill>
                <a:latin typeface="Quicksand Medium"/>
                <a:ea typeface="Quicksand Medium"/>
                <a:cs typeface="Quicksand Medium"/>
                <a:sym typeface="Quicksand Medium"/>
              </a:rPr>
              <a:t>o</a:t>
            </a:r>
            <a:r>
              <a:rPr lang="en-US" b="true" sz="2000" spc="18" strike="noStrike" u="none">
                <a:solidFill>
                  <a:srgbClr val="7B6861"/>
                </a:solidFill>
                <a:latin typeface="Quicksand Medium"/>
                <a:ea typeface="Quicksand Medium"/>
                <a:cs typeface="Quicksand Medium"/>
                <a:sym typeface="Quicksand Medium"/>
              </a:rPr>
              <a:t>f</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b</a:t>
            </a:r>
            <a:r>
              <a:rPr lang="en-US" b="true" sz="2000" spc="18" strike="noStrike" u="none">
                <a:solidFill>
                  <a:srgbClr val="7B6861"/>
                </a:solidFill>
                <a:latin typeface="Quicksand Medium"/>
                <a:ea typeface="Quicksand Medium"/>
                <a:cs typeface="Quicksand Medium"/>
                <a:sym typeface="Quicksand Medium"/>
              </a:rPr>
              <a:t>all</a:t>
            </a:r>
            <a:r>
              <a:rPr lang="en-US" b="true" sz="2000" spc="18" strike="noStrike" u="none">
                <a:solidFill>
                  <a:srgbClr val="7B6861"/>
                </a:solidFill>
                <a:latin typeface="Quicksand Medium"/>
                <a:ea typeface="Quicksand Medium"/>
                <a:cs typeface="Quicksand Medium"/>
                <a:sym typeface="Quicksand Medium"/>
              </a:rPr>
              <a:t>s</a:t>
            </a:r>
            <a:r>
              <a:rPr lang="en-US" b="true" sz="2000" spc="18" strike="noStrike" u="none">
                <a:solidFill>
                  <a:srgbClr val="7B6861"/>
                </a:solidFill>
                <a:latin typeface="Quicksand Medium"/>
                <a:ea typeface="Quicksand Medium"/>
                <a:cs typeface="Quicksand Medium"/>
                <a:sym typeface="Quicksand Medium"/>
              </a:rPr>
              <a:t>:</a:t>
            </a:r>
          </a:p>
          <a:p>
            <a:pPr algn="l" marL="0" indent="0" lvl="0">
              <a:lnSpc>
                <a:spcPts val="2720"/>
              </a:lnSpc>
            </a:pPr>
            <a:r>
              <a:rPr lang="en-US" b="true" sz="2000" spc="18" strike="noStrike" u="none">
                <a:solidFill>
                  <a:srgbClr val="7B6861"/>
                </a:solidFill>
                <a:latin typeface="Quicksand Medium"/>
                <a:ea typeface="Quicksand Medium"/>
                <a:cs typeface="Quicksand Medium"/>
                <a:sym typeface="Quicksand Medium"/>
              </a:rPr>
              <a:t>· White</a:t>
            </a:r>
            <a:r>
              <a:rPr lang="en-US" b="true" sz="2000" spc="18" strike="noStrike" u="none">
                <a:solidFill>
                  <a:srgbClr val="7B6861"/>
                </a:solidFill>
                <a:latin typeface="Quicksand Medium"/>
                <a:ea typeface="Quicksand Medium"/>
                <a:cs typeface="Quicksand Medium"/>
                <a:sym typeface="Quicksand Medium"/>
              </a:rPr>
              <a:t> b</a:t>
            </a:r>
            <a:r>
              <a:rPr lang="en-US" b="true" sz="2000" spc="18" strike="noStrike" u="none">
                <a:solidFill>
                  <a:srgbClr val="7B6861"/>
                </a:solidFill>
                <a:latin typeface="Quicksand Medium"/>
                <a:ea typeface="Quicksand Medium"/>
                <a:cs typeface="Quicksand Medium"/>
                <a:sym typeface="Quicksand Medium"/>
              </a:rPr>
              <a:t>al</a:t>
            </a:r>
            <a:r>
              <a:rPr lang="en-US" b="true" sz="2000" spc="18" strike="noStrike" u="none">
                <a:solidFill>
                  <a:srgbClr val="7B6861"/>
                </a:solidFill>
                <a:latin typeface="Quicksand Medium"/>
                <a:ea typeface="Quicksand Medium"/>
                <a:cs typeface="Quicksand Medium"/>
                <a:sym typeface="Quicksand Medium"/>
              </a:rPr>
              <a:t>ls</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 i</a:t>
            </a:r>
            <a:r>
              <a:rPr lang="en-US" b="true" sz="2000" spc="18" strike="noStrike" u="none">
                <a:solidFill>
                  <a:srgbClr val="7B6861"/>
                </a:solidFill>
                <a:latin typeface="Quicksand Medium"/>
                <a:ea typeface="Quicksand Medium"/>
                <a:cs typeface="Quicksand Medium"/>
                <a:sym typeface="Quicksand Medium"/>
              </a:rPr>
              <a:t>n</a:t>
            </a:r>
            <a:r>
              <a:rPr lang="en-US" b="true" sz="2000" spc="18" strike="noStrike" u="none">
                <a:solidFill>
                  <a:srgbClr val="7B6861"/>
                </a:solidFill>
                <a:latin typeface="Quicksand Medium"/>
                <a:ea typeface="Quicksand Medium"/>
                <a:cs typeface="Quicksand Medium"/>
                <a:sym typeface="Quicksand Medium"/>
              </a:rPr>
              <a:t>cr</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ase t</a:t>
            </a:r>
            <a:r>
              <a:rPr lang="en-US" b="true" sz="2000" spc="18" strike="noStrike" u="none">
                <a:solidFill>
                  <a:srgbClr val="7B6861"/>
                </a:solidFill>
                <a:latin typeface="Quicksand Medium"/>
                <a:ea typeface="Quicksand Medium"/>
                <a:cs typeface="Quicksand Medium"/>
                <a:sym typeface="Quicksand Medium"/>
              </a:rPr>
              <a:t>he</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p</a:t>
            </a:r>
            <a:r>
              <a:rPr lang="en-US" b="true" sz="2000" spc="18" strike="noStrike" u="none">
                <a:solidFill>
                  <a:srgbClr val="7B6861"/>
                </a:solidFill>
                <a:latin typeface="Quicksand Medium"/>
                <a:ea typeface="Quicksand Medium"/>
                <a:cs typeface="Quicksand Medium"/>
                <a:sym typeface="Quicksand Medium"/>
              </a:rPr>
              <a:t>l</a:t>
            </a:r>
            <a:r>
              <a:rPr lang="en-US" b="true" sz="2000" spc="18" strike="noStrike" u="none">
                <a:solidFill>
                  <a:srgbClr val="7B6861"/>
                </a:solidFill>
                <a:latin typeface="Quicksand Medium"/>
                <a:ea typeface="Quicksand Medium"/>
                <a:cs typeface="Quicksand Medium"/>
                <a:sym typeface="Quicksand Medium"/>
              </a:rPr>
              <a:t>aye</a:t>
            </a:r>
            <a:r>
              <a:rPr lang="en-US" b="true" sz="2000" spc="18" strike="noStrike" u="none">
                <a:solidFill>
                  <a:srgbClr val="7B6861"/>
                </a:solidFill>
                <a:latin typeface="Quicksand Medium"/>
                <a:ea typeface="Quicksand Medium"/>
                <a:cs typeface="Quicksand Medium"/>
                <a:sym typeface="Quicksand Medium"/>
              </a:rPr>
              <a:t>r</a:t>
            </a:r>
            <a:r>
              <a:rPr lang="en-US" b="true" sz="2000" spc="18" strike="noStrike" u="none">
                <a:solidFill>
                  <a:srgbClr val="7B6861"/>
                </a:solidFill>
                <a:latin typeface="Quicksand Medium"/>
                <a:ea typeface="Quicksand Medium"/>
                <a:cs typeface="Quicksand Medium"/>
                <a:sym typeface="Quicksand Medium"/>
              </a:rPr>
              <a:t>’s</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sc</a:t>
            </a:r>
            <a:r>
              <a:rPr lang="en-US" b="true" sz="2000" spc="18" strike="noStrike" u="none">
                <a:solidFill>
                  <a:srgbClr val="7B6861"/>
                </a:solidFill>
                <a:latin typeface="Quicksand Medium"/>
                <a:ea typeface="Quicksand Medium"/>
                <a:cs typeface="Quicksand Medium"/>
                <a:sym typeface="Quicksand Medium"/>
              </a:rPr>
              <a:t>ore </a:t>
            </a:r>
          </a:p>
          <a:p>
            <a:pPr algn="l" marL="0" indent="0" lvl="0">
              <a:lnSpc>
                <a:spcPts val="2720"/>
              </a:lnSpc>
            </a:pPr>
            <a:r>
              <a:rPr lang="en-US" b="true" sz="2000" spc="18" strike="noStrike" u="none">
                <a:solidFill>
                  <a:srgbClr val="7B6861"/>
                </a:solidFill>
                <a:latin typeface="Quicksand Medium"/>
                <a:ea typeface="Quicksand Medium"/>
                <a:cs typeface="Quicksand Medium"/>
                <a:sym typeface="Quicksand Medium"/>
              </a:rPr>
              <a:t>· B</a:t>
            </a:r>
            <a:r>
              <a:rPr lang="en-US" b="true" sz="2000" spc="18" strike="noStrike" u="none">
                <a:solidFill>
                  <a:srgbClr val="7B6861"/>
                </a:solidFill>
                <a:latin typeface="Quicksand Medium"/>
                <a:ea typeface="Quicksand Medium"/>
                <a:cs typeface="Quicksand Medium"/>
                <a:sym typeface="Quicksand Medium"/>
              </a:rPr>
              <a:t>la</a:t>
            </a:r>
            <a:r>
              <a:rPr lang="en-US" b="true" sz="2000" spc="18" strike="noStrike" u="none">
                <a:solidFill>
                  <a:srgbClr val="7B6861"/>
                </a:solidFill>
                <a:latin typeface="Quicksand Medium"/>
                <a:ea typeface="Quicksand Medium"/>
                <a:cs typeface="Quicksand Medium"/>
                <a:sym typeface="Quicksand Medium"/>
              </a:rPr>
              <a:t>ck</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b</a:t>
            </a:r>
            <a:r>
              <a:rPr lang="en-US" b="true" sz="2000" spc="18" strike="noStrike" u="none">
                <a:solidFill>
                  <a:srgbClr val="7B6861"/>
                </a:solidFill>
                <a:latin typeface="Quicksand Medium"/>
                <a:ea typeface="Quicksand Medium"/>
                <a:cs typeface="Quicksand Medium"/>
                <a:sym typeface="Quicksand Medium"/>
              </a:rPr>
              <a:t>alls</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de</a:t>
            </a:r>
            <a:r>
              <a:rPr lang="en-US" b="true" sz="2000" spc="18" strike="noStrike" u="none">
                <a:solidFill>
                  <a:srgbClr val="7B6861"/>
                </a:solidFill>
                <a:latin typeface="Quicksand Medium"/>
                <a:ea typeface="Quicksand Medium"/>
                <a:cs typeface="Quicksand Medium"/>
                <a:sym typeface="Quicksand Medium"/>
              </a:rPr>
              <a:t>c</a:t>
            </a:r>
            <a:r>
              <a:rPr lang="en-US" b="true" sz="2000" spc="18" strike="noStrike" u="none">
                <a:solidFill>
                  <a:srgbClr val="7B6861"/>
                </a:solidFill>
                <a:latin typeface="Quicksand Medium"/>
                <a:ea typeface="Quicksand Medium"/>
                <a:cs typeface="Quicksand Medium"/>
                <a:sym typeface="Quicksand Medium"/>
              </a:rPr>
              <a:t>rea</a:t>
            </a:r>
            <a:r>
              <a:rPr lang="en-US" b="true" sz="2000" spc="18" strike="noStrike" u="none">
                <a:solidFill>
                  <a:srgbClr val="7B6861"/>
                </a:solidFill>
                <a:latin typeface="Quicksand Medium"/>
                <a:ea typeface="Quicksand Medium"/>
                <a:cs typeface="Quicksand Medium"/>
                <a:sym typeface="Quicksand Medium"/>
              </a:rPr>
              <a:t>s</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 t</a:t>
            </a:r>
            <a:r>
              <a:rPr lang="en-US" b="true" sz="2000" spc="18" strike="noStrike" u="none">
                <a:solidFill>
                  <a:srgbClr val="7B6861"/>
                </a:solidFill>
                <a:latin typeface="Quicksand Medium"/>
                <a:ea typeface="Quicksand Medium"/>
                <a:cs typeface="Quicksand Medium"/>
                <a:sym typeface="Quicksand Medium"/>
              </a:rPr>
              <a:t>h</a:t>
            </a:r>
            <a:r>
              <a:rPr lang="en-US" b="true" sz="2000" spc="18" strike="noStrike" u="none">
                <a:solidFill>
                  <a:srgbClr val="7B6861"/>
                </a:solidFill>
                <a:latin typeface="Quicksand Medium"/>
                <a:ea typeface="Quicksand Medium"/>
                <a:cs typeface="Quicksand Medium"/>
                <a:sym typeface="Quicksand Medium"/>
              </a:rPr>
              <a:t>e </a:t>
            </a:r>
            <a:r>
              <a:rPr lang="en-US" b="true" sz="2000" spc="18" strike="noStrike" u="none">
                <a:solidFill>
                  <a:srgbClr val="7B6861"/>
                </a:solidFill>
                <a:latin typeface="Quicksand Medium"/>
                <a:ea typeface="Quicksand Medium"/>
                <a:cs typeface="Quicksand Medium"/>
                <a:sym typeface="Quicksand Medium"/>
              </a:rPr>
              <a:t>pl</a:t>
            </a:r>
            <a:r>
              <a:rPr lang="en-US" b="true" sz="2000" spc="18" strike="noStrike" u="none">
                <a:solidFill>
                  <a:srgbClr val="7B6861"/>
                </a:solidFill>
                <a:latin typeface="Quicksand Medium"/>
                <a:ea typeface="Quicksand Medium"/>
                <a:cs typeface="Quicksand Medium"/>
                <a:sym typeface="Quicksand Medium"/>
              </a:rPr>
              <a:t>a</a:t>
            </a:r>
            <a:r>
              <a:rPr lang="en-US" b="true" sz="2000" spc="18" strike="noStrike" u="none">
                <a:solidFill>
                  <a:srgbClr val="7B6861"/>
                </a:solidFill>
                <a:latin typeface="Quicksand Medium"/>
                <a:ea typeface="Quicksand Medium"/>
                <a:cs typeface="Quicksand Medium"/>
                <a:sym typeface="Quicksand Medium"/>
              </a:rPr>
              <a:t>y</a:t>
            </a:r>
            <a:r>
              <a:rPr lang="en-US" b="true" sz="2000" spc="18" strike="noStrike" u="none">
                <a:solidFill>
                  <a:srgbClr val="7B6861"/>
                </a:solidFill>
                <a:latin typeface="Quicksand Medium"/>
                <a:ea typeface="Quicksand Medium"/>
                <a:cs typeface="Quicksand Medium"/>
                <a:sym typeface="Quicksand Medium"/>
              </a:rPr>
              <a:t>er</a:t>
            </a:r>
            <a:r>
              <a:rPr lang="en-US" b="true" sz="2000" spc="18" strike="noStrike" u="none">
                <a:solidFill>
                  <a:srgbClr val="7B6861"/>
                </a:solidFill>
                <a:latin typeface="Quicksand Medium"/>
                <a:ea typeface="Quicksand Medium"/>
                <a:cs typeface="Quicksand Medium"/>
                <a:sym typeface="Quicksand Medium"/>
              </a:rPr>
              <a:t>’s</a:t>
            </a:r>
            <a:r>
              <a:rPr lang="en-US" b="true" sz="2000" spc="18" strike="noStrike" u="none">
                <a:solidFill>
                  <a:srgbClr val="7B6861"/>
                </a:solidFill>
                <a:latin typeface="Quicksand Medium"/>
                <a:ea typeface="Quicksand Medium"/>
                <a:cs typeface="Quicksand Medium"/>
                <a:sym typeface="Quicksand Medium"/>
              </a:rPr>
              <a:t> sc</a:t>
            </a:r>
            <a:r>
              <a:rPr lang="en-US" b="true" sz="2000" spc="18" strike="noStrike" u="none">
                <a:solidFill>
                  <a:srgbClr val="7B6861"/>
                </a:solidFill>
                <a:latin typeface="Quicksand Medium"/>
                <a:ea typeface="Quicksand Medium"/>
                <a:cs typeface="Quicksand Medium"/>
                <a:sym typeface="Quicksand Medium"/>
              </a:rPr>
              <a:t>o</a:t>
            </a:r>
            <a:r>
              <a:rPr lang="en-US" b="true" sz="2000" spc="18" strike="noStrike" u="none">
                <a:solidFill>
                  <a:srgbClr val="7B6861"/>
                </a:solidFill>
                <a:latin typeface="Quicksand Medium"/>
                <a:ea typeface="Quicksand Medium"/>
                <a:cs typeface="Quicksand Medium"/>
                <a:sym typeface="Quicksand Medium"/>
              </a:rPr>
              <a:t>r</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 </a:t>
            </a:r>
          </a:p>
          <a:p>
            <a:pPr algn="l" marL="0" indent="0" lvl="0">
              <a:lnSpc>
                <a:spcPts val="2720"/>
              </a:lnSpc>
            </a:pPr>
            <a:r>
              <a:rPr lang="en-US" b="true" sz="2000" spc="18" strike="noStrike" u="none">
                <a:solidFill>
                  <a:srgbClr val="7B6861"/>
                </a:solidFill>
                <a:latin typeface="Quicksand Medium"/>
                <a:ea typeface="Quicksand Medium"/>
                <a:cs typeface="Quicksand Medium"/>
                <a:sym typeface="Quicksand Medium"/>
              </a:rPr>
              <a:t>Th</a:t>
            </a:r>
            <a:r>
              <a:rPr lang="en-US" b="true" sz="2000" spc="18" strike="noStrike" u="none">
                <a:solidFill>
                  <a:srgbClr val="7B6861"/>
                </a:solidFill>
                <a:latin typeface="Quicksand Medium"/>
                <a:ea typeface="Quicksand Medium"/>
                <a:cs typeface="Quicksand Medium"/>
                <a:sym typeface="Quicksand Medium"/>
              </a:rPr>
              <a:t>e </a:t>
            </a:r>
            <a:r>
              <a:rPr lang="en-US" b="true" sz="2000" spc="18" strike="noStrike" u="none">
                <a:solidFill>
                  <a:srgbClr val="7B6861"/>
                </a:solidFill>
                <a:latin typeface="Quicksand Medium"/>
                <a:ea typeface="Quicksand Medium"/>
                <a:cs typeface="Quicksand Medium"/>
                <a:sym typeface="Quicksand Medium"/>
              </a:rPr>
              <a:t>sys</a:t>
            </a:r>
            <a:r>
              <a:rPr lang="en-US" b="true" sz="2000" spc="18" strike="noStrike" u="none">
                <a:solidFill>
                  <a:srgbClr val="7B6861"/>
                </a:solidFill>
                <a:latin typeface="Quicksand Medium"/>
                <a:ea typeface="Quicksand Medium"/>
                <a:cs typeface="Quicksand Medium"/>
                <a:sym typeface="Quicksand Medium"/>
              </a:rPr>
              <a:t>tem </a:t>
            </a:r>
            <a:r>
              <a:rPr lang="en-US" b="true" sz="2000" spc="18" strike="noStrike" u="none">
                <a:solidFill>
                  <a:srgbClr val="7B6861"/>
                </a:solidFill>
                <a:latin typeface="Quicksand Medium"/>
                <a:ea typeface="Quicksand Medium"/>
                <a:cs typeface="Quicksand Medium"/>
                <a:sym typeface="Quicksand Medium"/>
              </a:rPr>
              <a:t>b</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g</a:t>
            </a:r>
            <a:r>
              <a:rPr lang="en-US" b="true" sz="2000" spc="18" strike="noStrike" u="none">
                <a:solidFill>
                  <a:srgbClr val="7B6861"/>
                </a:solidFill>
                <a:latin typeface="Quicksand Medium"/>
                <a:ea typeface="Quicksand Medium"/>
                <a:cs typeface="Quicksand Medium"/>
                <a:sym typeface="Quicksand Medium"/>
              </a:rPr>
              <a:t>in</a:t>
            </a:r>
            <a:r>
              <a:rPr lang="en-US" b="true" sz="2000" spc="18" strike="noStrike" u="none">
                <a:solidFill>
                  <a:srgbClr val="7B6861"/>
                </a:solidFill>
                <a:latin typeface="Quicksand Medium"/>
                <a:ea typeface="Quicksand Medium"/>
                <a:cs typeface="Quicksand Medium"/>
                <a:sym typeface="Quicksand Medium"/>
              </a:rPr>
              <a:t>s w</a:t>
            </a:r>
            <a:r>
              <a:rPr lang="en-US" b="true" sz="2000" spc="18" strike="noStrike" u="none">
                <a:solidFill>
                  <a:srgbClr val="7B6861"/>
                </a:solidFill>
                <a:latin typeface="Quicksand Medium"/>
                <a:ea typeface="Quicksand Medium"/>
                <a:cs typeface="Quicksand Medium"/>
                <a:sym typeface="Quicksand Medium"/>
              </a:rPr>
              <a:t>it</a:t>
            </a:r>
            <a:r>
              <a:rPr lang="en-US" b="true" sz="2000" spc="18" strike="noStrike" u="none">
                <a:solidFill>
                  <a:srgbClr val="7B6861"/>
                </a:solidFill>
                <a:latin typeface="Quicksand Medium"/>
                <a:ea typeface="Quicksand Medium"/>
                <a:cs typeface="Quicksand Medium"/>
                <a:sym typeface="Quicksand Medium"/>
              </a:rPr>
              <a:t>h</a:t>
            </a:r>
            <a:r>
              <a:rPr lang="en-US" b="true" sz="2000" spc="18" strike="noStrike" u="none">
                <a:solidFill>
                  <a:srgbClr val="7B6861"/>
                </a:solidFill>
                <a:latin typeface="Quicksand Medium"/>
                <a:ea typeface="Quicksand Medium"/>
                <a:cs typeface="Quicksand Medium"/>
                <a:sym typeface="Quicksand Medium"/>
              </a:rPr>
              <a:t> a </a:t>
            </a:r>
            <a:r>
              <a:rPr lang="en-US" b="true" sz="2000" spc="18" strike="noStrike" u="none">
                <a:solidFill>
                  <a:srgbClr val="7B6861"/>
                </a:solidFill>
                <a:latin typeface="Quicksand Medium"/>
                <a:ea typeface="Quicksand Medium"/>
                <a:cs typeface="Quicksand Medium"/>
                <a:sym typeface="Quicksand Medium"/>
              </a:rPr>
              <a:t>f</a:t>
            </a:r>
            <a:r>
              <a:rPr lang="en-US" b="true" sz="2000" spc="18" strike="noStrike" u="none">
                <a:solidFill>
                  <a:srgbClr val="7B6861"/>
                </a:solidFill>
                <a:latin typeface="Quicksand Medium"/>
                <a:ea typeface="Quicksand Medium"/>
                <a:cs typeface="Quicksand Medium"/>
                <a:sym typeface="Quicksand Medium"/>
              </a:rPr>
              <a:t>eeding uni</a:t>
            </a:r>
            <a:r>
              <a:rPr lang="en-US" b="true" sz="2000" spc="18" strike="noStrike" u="none">
                <a:solidFill>
                  <a:srgbClr val="7B6861"/>
                </a:solidFill>
                <a:latin typeface="Quicksand Medium"/>
                <a:ea typeface="Quicksand Medium"/>
                <a:cs typeface="Quicksand Medium"/>
                <a:sym typeface="Quicksand Medium"/>
              </a:rPr>
              <a:t>t </a:t>
            </a:r>
            <a:r>
              <a:rPr lang="en-US" b="true" sz="2000" spc="18" strike="noStrike" u="none">
                <a:solidFill>
                  <a:srgbClr val="7B6861"/>
                </a:solidFill>
                <a:latin typeface="Quicksand Medium"/>
                <a:ea typeface="Quicksand Medium"/>
                <a:cs typeface="Quicksand Medium"/>
                <a:sym typeface="Quicksand Medium"/>
              </a:rPr>
              <a:t>t</a:t>
            </a:r>
            <a:r>
              <a:rPr lang="en-US" b="true" sz="2000" spc="18" strike="noStrike" u="none">
                <a:solidFill>
                  <a:srgbClr val="7B6861"/>
                </a:solidFill>
                <a:latin typeface="Quicksand Medium"/>
                <a:ea typeface="Quicksand Medium"/>
                <a:cs typeface="Quicksand Medium"/>
                <a:sym typeface="Quicksand Medium"/>
              </a:rPr>
              <a:t>h</a:t>
            </a:r>
            <a:r>
              <a:rPr lang="en-US" b="true" sz="2000" spc="18" strike="noStrike" u="none">
                <a:solidFill>
                  <a:srgbClr val="7B6861"/>
                </a:solidFill>
                <a:latin typeface="Quicksand Medium"/>
                <a:ea typeface="Quicksand Medium"/>
                <a:cs typeface="Quicksand Medium"/>
                <a:sym typeface="Quicksand Medium"/>
              </a:rPr>
              <a:t>at</a:t>
            </a:r>
            <a:r>
              <a:rPr lang="en-US" b="true" sz="2000" spc="18" strike="noStrike" u="none">
                <a:solidFill>
                  <a:srgbClr val="7B6861"/>
                </a:solidFill>
                <a:latin typeface="Quicksand Medium"/>
                <a:ea typeface="Quicksand Medium"/>
                <a:cs typeface="Quicksand Medium"/>
                <a:sym typeface="Quicksand Medium"/>
              </a:rPr>
              <a:t> r</a:t>
            </a:r>
            <a:r>
              <a:rPr lang="en-US" b="true" sz="2000" spc="18" strike="noStrike" u="none">
                <a:solidFill>
                  <a:srgbClr val="7B6861"/>
                </a:solidFill>
                <a:latin typeface="Quicksand Medium"/>
                <a:ea typeface="Quicksand Medium"/>
                <a:cs typeface="Quicksand Medium"/>
                <a:sym typeface="Quicksand Medium"/>
              </a:rPr>
              <a:t>elea</a:t>
            </a:r>
            <a:r>
              <a:rPr lang="en-US" b="true" sz="2000" spc="18" strike="noStrike" u="none">
                <a:solidFill>
                  <a:srgbClr val="7B6861"/>
                </a:solidFill>
                <a:latin typeface="Quicksand Medium"/>
                <a:ea typeface="Quicksand Medium"/>
                <a:cs typeface="Quicksand Medium"/>
                <a:sym typeface="Quicksand Medium"/>
              </a:rPr>
              <a:t>se</a:t>
            </a:r>
            <a:r>
              <a:rPr lang="en-US" b="true" sz="2000" spc="18" strike="noStrike" u="none">
                <a:solidFill>
                  <a:srgbClr val="7B6861"/>
                </a:solidFill>
                <a:latin typeface="Quicksand Medium"/>
                <a:ea typeface="Quicksand Medium"/>
                <a:cs typeface="Quicksand Medium"/>
                <a:sym typeface="Quicksand Medium"/>
              </a:rPr>
              <a:t>s </a:t>
            </a:r>
            <a:r>
              <a:rPr lang="en-US" b="true" sz="2000" spc="18" strike="noStrike" u="none">
                <a:solidFill>
                  <a:srgbClr val="7B6861"/>
                </a:solidFill>
                <a:latin typeface="Quicksand Medium"/>
                <a:ea typeface="Quicksand Medium"/>
                <a:cs typeface="Quicksand Medium"/>
                <a:sym typeface="Quicksand Medium"/>
              </a:rPr>
              <a:t>b</a:t>
            </a:r>
            <a:r>
              <a:rPr lang="en-US" b="true" sz="2000" spc="18" strike="noStrike" u="none">
                <a:solidFill>
                  <a:srgbClr val="7B6861"/>
                </a:solidFill>
                <a:latin typeface="Quicksand Medium"/>
                <a:ea typeface="Quicksand Medium"/>
                <a:cs typeface="Quicksand Medium"/>
                <a:sym typeface="Quicksand Medium"/>
              </a:rPr>
              <a:t>al</a:t>
            </a:r>
            <a:r>
              <a:rPr lang="en-US" b="true" sz="2000" spc="18" strike="noStrike" u="none">
                <a:solidFill>
                  <a:srgbClr val="7B6861"/>
                </a:solidFill>
                <a:latin typeface="Quicksand Medium"/>
                <a:ea typeface="Quicksand Medium"/>
                <a:cs typeface="Quicksand Medium"/>
                <a:sym typeface="Quicksand Medium"/>
              </a:rPr>
              <a:t>ls </a:t>
            </a:r>
            <a:r>
              <a:rPr lang="en-US" b="true" sz="2000" spc="18" strike="noStrike" u="none">
                <a:solidFill>
                  <a:srgbClr val="7B6861"/>
                </a:solidFill>
                <a:latin typeface="Quicksand Medium"/>
                <a:ea typeface="Quicksand Medium"/>
                <a:cs typeface="Quicksand Medium"/>
                <a:sym typeface="Quicksand Medium"/>
              </a:rPr>
              <a:t>i</a:t>
            </a:r>
            <a:r>
              <a:rPr lang="en-US" b="true" sz="2000" spc="18" strike="noStrike" u="none">
                <a:solidFill>
                  <a:srgbClr val="7B6861"/>
                </a:solidFill>
                <a:latin typeface="Quicksand Medium"/>
                <a:ea typeface="Quicksand Medium"/>
                <a:cs typeface="Quicksand Medium"/>
                <a:sym typeface="Quicksand Medium"/>
              </a:rPr>
              <a:t>n</a:t>
            </a:r>
            <a:r>
              <a:rPr lang="en-US" b="true" sz="2000" spc="18" strike="noStrike" u="none">
                <a:solidFill>
                  <a:srgbClr val="7B6861"/>
                </a:solidFill>
                <a:latin typeface="Quicksand Medium"/>
                <a:ea typeface="Quicksand Medium"/>
                <a:cs typeface="Quicksand Medium"/>
                <a:sym typeface="Quicksand Medium"/>
              </a:rPr>
              <a:t>t</a:t>
            </a:r>
            <a:r>
              <a:rPr lang="en-US" b="true" sz="2000" spc="18" strike="noStrike" u="none">
                <a:solidFill>
                  <a:srgbClr val="7B6861"/>
                </a:solidFill>
                <a:latin typeface="Quicksand Medium"/>
                <a:ea typeface="Quicksand Medium"/>
                <a:cs typeface="Quicksand Medium"/>
                <a:sym typeface="Quicksand Medium"/>
              </a:rPr>
              <a:t>o</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a shooti</a:t>
            </a:r>
            <a:r>
              <a:rPr lang="en-US" b="true" sz="2000" spc="18" strike="noStrike" u="none">
                <a:solidFill>
                  <a:srgbClr val="7B6861"/>
                </a:solidFill>
                <a:latin typeface="Quicksand Medium"/>
                <a:ea typeface="Quicksand Medium"/>
                <a:cs typeface="Quicksand Medium"/>
                <a:sym typeface="Quicksand Medium"/>
              </a:rPr>
              <a:t>n</a:t>
            </a:r>
            <a:r>
              <a:rPr lang="en-US" b="true" sz="2000" spc="18" strike="noStrike" u="none">
                <a:solidFill>
                  <a:srgbClr val="7B6861"/>
                </a:solidFill>
                <a:latin typeface="Quicksand Medium"/>
                <a:ea typeface="Quicksand Medium"/>
                <a:cs typeface="Quicksand Medium"/>
                <a:sym typeface="Quicksand Medium"/>
              </a:rPr>
              <a:t>g</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me</a:t>
            </a:r>
            <a:r>
              <a:rPr lang="en-US" b="true" sz="2000" spc="18" strike="noStrike" u="none">
                <a:solidFill>
                  <a:srgbClr val="7B6861"/>
                </a:solidFill>
                <a:latin typeface="Quicksand Medium"/>
                <a:ea typeface="Quicksand Medium"/>
                <a:cs typeface="Quicksand Medium"/>
                <a:sym typeface="Quicksand Medium"/>
              </a:rPr>
              <a:t>c</a:t>
            </a:r>
            <a:r>
              <a:rPr lang="en-US" b="true" sz="2000" spc="18" strike="noStrike" u="none">
                <a:solidFill>
                  <a:srgbClr val="7B6861"/>
                </a:solidFill>
                <a:latin typeface="Quicksand Medium"/>
                <a:ea typeface="Quicksand Medium"/>
                <a:cs typeface="Quicksand Medium"/>
                <a:sym typeface="Quicksand Medium"/>
              </a:rPr>
              <a:t>hanism,</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wh</a:t>
            </a:r>
            <a:r>
              <a:rPr lang="en-US" b="true" sz="2000" spc="18" strike="noStrike" u="none">
                <a:solidFill>
                  <a:srgbClr val="7B6861"/>
                </a:solidFill>
                <a:latin typeface="Quicksand Medium"/>
                <a:ea typeface="Quicksand Medium"/>
                <a:cs typeface="Quicksand Medium"/>
                <a:sym typeface="Quicksand Medium"/>
              </a:rPr>
              <a:t>i</a:t>
            </a:r>
            <a:r>
              <a:rPr lang="en-US" b="true" sz="2000" spc="18" strike="noStrike" u="none">
                <a:solidFill>
                  <a:srgbClr val="7B6861"/>
                </a:solidFill>
                <a:latin typeface="Quicksand Medium"/>
                <a:ea typeface="Quicksand Medium"/>
                <a:cs typeface="Quicksand Medium"/>
                <a:sym typeface="Quicksand Medium"/>
              </a:rPr>
              <a:t>ch</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laun</a:t>
            </a:r>
            <a:r>
              <a:rPr lang="en-US" b="true" sz="2000" spc="18" strike="noStrike" u="none">
                <a:solidFill>
                  <a:srgbClr val="7B6861"/>
                </a:solidFill>
                <a:latin typeface="Quicksand Medium"/>
                <a:ea typeface="Quicksand Medium"/>
                <a:cs typeface="Quicksand Medium"/>
                <a:sym typeface="Quicksand Medium"/>
              </a:rPr>
              <a:t>c</a:t>
            </a:r>
            <a:r>
              <a:rPr lang="en-US" b="true" sz="2000" spc="18" strike="noStrike" u="none">
                <a:solidFill>
                  <a:srgbClr val="7B6861"/>
                </a:solidFill>
                <a:latin typeface="Quicksand Medium"/>
                <a:ea typeface="Quicksand Medium"/>
                <a:cs typeface="Quicksand Medium"/>
                <a:sym typeface="Quicksand Medium"/>
              </a:rPr>
              <a:t>he</a:t>
            </a:r>
            <a:r>
              <a:rPr lang="en-US" b="true" sz="2000" spc="18" strike="noStrike" u="none">
                <a:solidFill>
                  <a:srgbClr val="7B6861"/>
                </a:solidFill>
                <a:latin typeface="Quicksand Medium"/>
                <a:ea typeface="Quicksand Medium"/>
                <a:cs typeface="Quicksand Medium"/>
                <a:sym typeface="Quicksand Medium"/>
              </a:rPr>
              <a:t>s </a:t>
            </a:r>
            <a:r>
              <a:rPr lang="en-US" b="true" sz="2000" spc="18" strike="noStrike" u="none">
                <a:solidFill>
                  <a:srgbClr val="7B6861"/>
                </a:solidFill>
                <a:latin typeface="Quicksand Medium"/>
                <a:ea typeface="Quicksand Medium"/>
                <a:cs typeface="Quicksand Medium"/>
                <a:sym typeface="Quicksand Medium"/>
              </a:rPr>
              <a:t>th</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 b</a:t>
            </a:r>
            <a:r>
              <a:rPr lang="en-US" b="true" sz="2000" spc="18" strike="noStrike" u="none">
                <a:solidFill>
                  <a:srgbClr val="7B6861"/>
                </a:solidFill>
                <a:latin typeface="Quicksand Medium"/>
                <a:ea typeface="Quicksand Medium"/>
                <a:cs typeface="Quicksand Medium"/>
                <a:sym typeface="Quicksand Medium"/>
              </a:rPr>
              <a:t>a</a:t>
            </a:r>
            <a:r>
              <a:rPr lang="en-US" b="true" sz="2000" spc="18" strike="noStrike" u="none">
                <a:solidFill>
                  <a:srgbClr val="7B6861"/>
                </a:solidFill>
                <a:latin typeface="Quicksand Medium"/>
                <a:ea typeface="Quicksand Medium"/>
                <a:cs typeface="Quicksand Medium"/>
                <a:sym typeface="Quicksand Medium"/>
              </a:rPr>
              <a:t>ll</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alo</a:t>
            </a:r>
            <a:r>
              <a:rPr lang="en-US" b="true" sz="2000" spc="18" strike="noStrike" u="none">
                <a:solidFill>
                  <a:srgbClr val="7B6861"/>
                </a:solidFill>
                <a:latin typeface="Quicksand Medium"/>
                <a:ea typeface="Quicksand Medium"/>
                <a:cs typeface="Quicksand Medium"/>
                <a:sym typeface="Quicksand Medium"/>
              </a:rPr>
              <a:t>n</a:t>
            </a:r>
            <a:r>
              <a:rPr lang="en-US" b="true" sz="2000" spc="18" strike="noStrike" u="none">
                <a:solidFill>
                  <a:srgbClr val="7B6861"/>
                </a:solidFill>
                <a:latin typeface="Quicksand Medium"/>
                <a:ea typeface="Quicksand Medium"/>
                <a:cs typeface="Quicksand Medium"/>
                <a:sym typeface="Quicksand Medium"/>
              </a:rPr>
              <a:t>g</a:t>
            </a:r>
            <a:r>
              <a:rPr lang="en-US" b="true" sz="2000" spc="18" strike="noStrike" u="none">
                <a:solidFill>
                  <a:srgbClr val="7B6861"/>
                </a:solidFill>
                <a:latin typeface="Quicksand Medium"/>
                <a:ea typeface="Quicksand Medium"/>
                <a:cs typeface="Quicksand Medium"/>
                <a:sym typeface="Quicksand Medium"/>
              </a:rPr>
              <a:t> a </a:t>
            </a:r>
            <a:r>
              <a:rPr lang="en-US" b="true" sz="2000" spc="18" strike="noStrike" u="none">
                <a:solidFill>
                  <a:srgbClr val="7B6861"/>
                </a:solidFill>
                <a:latin typeface="Quicksand Medium"/>
                <a:ea typeface="Quicksand Medium"/>
                <a:cs typeface="Quicksand Medium"/>
                <a:sym typeface="Quicksand Medium"/>
              </a:rPr>
              <a:t>def</a:t>
            </a:r>
            <a:r>
              <a:rPr lang="en-US" b="true" sz="2000" spc="18" strike="noStrike" u="none">
                <a:solidFill>
                  <a:srgbClr val="7B6861"/>
                </a:solidFill>
                <a:latin typeface="Quicksand Medium"/>
                <a:ea typeface="Quicksand Medium"/>
                <a:cs typeface="Quicksand Medium"/>
                <a:sym typeface="Quicksand Medium"/>
              </a:rPr>
              <a:t>i</a:t>
            </a:r>
            <a:r>
              <a:rPr lang="en-US" b="true" sz="2000" spc="18" strike="noStrike" u="none">
                <a:solidFill>
                  <a:srgbClr val="7B6861"/>
                </a:solidFill>
                <a:latin typeface="Quicksand Medium"/>
                <a:ea typeface="Quicksand Medium"/>
                <a:cs typeface="Quicksand Medium"/>
                <a:sym typeface="Quicksand Medium"/>
              </a:rPr>
              <a:t>n</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d</a:t>
            </a:r>
            <a:r>
              <a:rPr lang="en-US" b="true" sz="2000" spc="18" strike="noStrike" u="none">
                <a:solidFill>
                  <a:srgbClr val="7B6861"/>
                </a:solidFill>
                <a:latin typeface="Quicksand Medium"/>
                <a:ea typeface="Quicksand Medium"/>
                <a:cs typeface="Quicksand Medium"/>
                <a:sym typeface="Quicksand Medium"/>
              </a:rPr>
              <a:t> pat</a:t>
            </a:r>
            <a:r>
              <a:rPr lang="en-US" b="true" sz="2000" spc="18" strike="noStrike" u="none">
                <a:solidFill>
                  <a:srgbClr val="7B6861"/>
                </a:solidFill>
                <a:latin typeface="Quicksand Medium"/>
                <a:ea typeface="Quicksand Medium"/>
                <a:cs typeface="Quicksand Medium"/>
                <a:sym typeface="Quicksand Medium"/>
              </a:rPr>
              <a:t>h. Th</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 b</a:t>
            </a:r>
            <a:r>
              <a:rPr lang="en-US" b="true" sz="2000" spc="18" strike="noStrike" u="none">
                <a:solidFill>
                  <a:srgbClr val="7B6861"/>
                </a:solidFill>
                <a:latin typeface="Quicksand Medium"/>
                <a:ea typeface="Quicksand Medium"/>
                <a:cs typeface="Quicksand Medium"/>
                <a:sym typeface="Quicksand Medium"/>
              </a:rPr>
              <a:t>a</a:t>
            </a:r>
            <a:r>
              <a:rPr lang="en-US" b="true" sz="2000" spc="18" strike="noStrike" u="none">
                <a:solidFill>
                  <a:srgbClr val="7B6861"/>
                </a:solidFill>
                <a:latin typeface="Quicksand Medium"/>
                <a:ea typeface="Quicksand Medium"/>
                <a:cs typeface="Quicksand Medium"/>
                <a:sym typeface="Quicksand Medium"/>
              </a:rPr>
              <a:t>ll</a:t>
            </a:r>
            <a:r>
              <a:rPr lang="en-US" b="true" sz="2000" spc="18" strike="noStrike" u="none">
                <a:solidFill>
                  <a:srgbClr val="7B6861"/>
                </a:solidFill>
                <a:latin typeface="Quicksand Medium"/>
                <a:ea typeface="Quicksand Medium"/>
                <a:cs typeface="Quicksand Medium"/>
                <a:sym typeface="Quicksand Medium"/>
              </a:rPr>
              <a:t> is </a:t>
            </a:r>
            <a:r>
              <a:rPr lang="en-US" b="true" sz="2000" spc="18" strike="noStrike" u="none">
                <a:solidFill>
                  <a:srgbClr val="7B6861"/>
                </a:solidFill>
                <a:latin typeface="Quicksand Medium"/>
                <a:ea typeface="Quicksand Medium"/>
                <a:cs typeface="Quicksand Medium"/>
                <a:sym typeface="Quicksand Medium"/>
              </a:rPr>
              <a:t>then</a:t>
            </a:r>
            <a:r>
              <a:rPr lang="en-US" b="true" sz="2000" spc="18" strike="noStrike" u="none">
                <a:solidFill>
                  <a:srgbClr val="7B6861"/>
                </a:solidFill>
                <a:latin typeface="Quicksand Medium"/>
                <a:ea typeface="Quicksand Medium"/>
                <a:cs typeface="Quicksand Medium"/>
                <a:sym typeface="Quicksand Medium"/>
              </a:rPr>
              <a:t> tr</a:t>
            </a:r>
            <a:r>
              <a:rPr lang="en-US" b="true" sz="2000" spc="18" strike="noStrike" u="none">
                <a:solidFill>
                  <a:srgbClr val="7B6861"/>
                </a:solidFill>
                <a:latin typeface="Quicksand Medium"/>
                <a:ea typeface="Quicksand Medium"/>
                <a:cs typeface="Quicksand Medium"/>
                <a:sym typeface="Quicksand Medium"/>
              </a:rPr>
              <a:t>a</a:t>
            </a:r>
            <a:r>
              <a:rPr lang="en-US" b="true" sz="2000" spc="18" strike="noStrike" u="none">
                <a:solidFill>
                  <a:srgbClr val="7B6861"/>
                </a:solidFill>
                <a:latin typeface="Quicksand Medium"/>
                <a:ea typeface="Quicksand Medium"/>
                <a:cs typeface="Quicksand Medium"/>
                <a:sym typeface="Quicksand Medium"/>
              </a:rPr>
              <a:t>ns</a:t>
            </a:r>
            <a:r>
              <a:rPr lang="en-US" b="true" sz="2000" spc="18" strike="noStrike" u="none">
                <a:solidFill>
                  <a:srgbClr val="7B6861"/>
                </a:solidFill>
                <a:latin typeface="Quicksand Medium"/>
                <a:ea typeface="Quicksand Medium"/>
                <a:cs typeface="Quicksand Medium"/>
                <a:sym typeface="Quicksand Medium"/>
              </a:rPr>
              <a:t>f</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rr</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d th</a:t>
            </a:r>
            <a:r>
              <a:rPr lang="en-US" b="true" sz="2000" spc="18" strike="noStrike" u="none">
                <a:solidFill>
                  <a:srgbClr val="7B6861"/>
                </a:solidFill>
                <a:latin typeface="Quicksand Medium"/>
                <a:ea typeface="Quicksand Medium"/>
                <a:cs typeface="Quicksand Medium"/>
                <a:sym typeface="Quicksand Medium"/>
              </a:rPr>
              <a:t>r</a:t>
            </a:r>
            <a:r>
              <a:rPr lang="en-US" b="true" sz="2000" spc="18" strike="noStrike" u="none">
                <a:solidFill>
                  <a:srgbClr val="7B6861"/>
                </a:solidFill>
                <a:latin typeface="Quicksand Medium"/>
                <a:ea typeface="Quicksand Medium"/>
                <a:cs typeface="Quicksand Medium"/>
                <a:sym typeface="Quicksand Medium"/>
              </a:rPr>
              <a:t>ough</a:t>
            </a:r>
            <a:r>
              <a:rPr lang="en-US" b="true" sz="2000" spc="18" strike="noStrike" u="none">
                <a:solidFill>
                  <a:srgbClr val="7B6861"/>
                </a:solidFill>
                <a:latin typeface="Quicksand Medium"/>
                <a:ea typeface="Quicksand Medium"/>
                <a:cs typeface="Quicksand Medium"/>
                <a:sym typeface="Quicksand Medium"/>
              </a:rPr>
              <a:t> a li</a:t>
            </a:r>
            <a:r>
              <a:rPr lang="en-US" b="true" sz="2000" spc="18" strike="noStrike" u="none">
                <a:solidFill>
                  <a:srgbClr val="7B6861"/>
                </a:solidFill>
                <a:latin typeface="Quicksand Medium"/>
                <a:ea typeface="Quicksand Medium"/>
                <a:cs typeface="Quicksand Medium"/>
                <a:sym typeface="Quicksand Medium"/>
              </a:rPr>
              <a:t>f</a:t>
            </a:r>
            <a:r>
              <a:rPr lang="en-US" b="true" sz="2000" spc="18" strike="noStrike" u="none">
                <a:solidFill>
                  <a:srgbClr val="7B6861"/>
                </a:solidFill>
                <a:latin typeface="Quicksand Medium"/>
                <a:ea typeface="Quicksand Medium"/>
                <a:cs typeface="Quicksand Medium"/>
                <a:sym typeface="Quicksand Medium"/>
              </a:rPr>
              <a:t>ti</a:t>
            </a:r>
            <a:r>
              <a:rPr lang="en-US" b="true" sz="2000" spc="18" strike="noStrike" u="none">
                <a:solidFill>
                  <a:srgbClr val="7B6861"/>
                </a:solidFill>
                <a:latin typeface="Quicksand Medium"/>
                <a:ea typeface="Quicksand Medium"/>
                <a:cs typeface="Quicksand Medium"/>
                <a:sym typeface="Quicksand Medium"/>
              </a:rPr>
              <a:t>ng</a:t>
            </a:r>
            <a:r>
              <a:rPr lang="en-US" b="true" sz="2000" spc="18" strike="noStrike" u="none">
                <a:solidFill>
                  <a:srgbClr val="7B6861"/>
                </a:solidFill>
                <a:latin typeface="Quicksand Medium"/>
                <a:ea typeface="Quicksand Medium"/>
                <a:cs typeface="Quicksand Medium"/>
                <a:sym typeface="Quicksand Medium"/>
              </a:rPr>
              <a:t> me</a:t>
            </a:r>
            <a:r>
              <a:rPr lang="en-US" b="true" sz="2000" spc="18" strike="noStrike" u="none">
                <a:solidFill>
                  <a:srgbClr val="7B6861"/>
                </a:solidFill>
                <a:latin typeface="Quicksand Medium"/>
                <a:ea typeface="Quicksand Medium"/>
                <a:cs typeface="Quicksand Medium"/>
                <a:sym typeface="Quicksand Medium"/>
              </a:rPr>
              <a:t>chan</a:t>
            </a:r>
            <a:r>
              <a:rPr lang="en-US" b="true" sz="2000" spc="18" strike="noStrike" u="none">
                <a:solidFill>
                  <a:srgbClr val="7B6861"/>
                </a:solidFill>
                <a:latin typeface="Quicksand Medium"/>
                <a:ea typeface="Quicksand Medium"/>
                <a:cs typeface="Quicksand Medium"/>
                <a:sym typeface="Quicksand Medium"/>
              </a:rPr>
              <a:t>is</a:t>
            </a:r>
            <a:r>
              <a:rPr lang="en-US" b="true" sz="2000" spc="18" strike="noStrike" u="none">
                <a:solidFill>
                  <a:srgbClr val="7B6861"/>
                </a:solidFill>
                <a:latin typeface="Quicksand Medium"/>
                <a:ea typeface="Quicksand Medium"/>
                <a:cs typeface="Quicksand Medium"/>
                <a:sym typeface="Quicksand Medium"/>
              </a:rPr>
              <a:t>m t</a:t>
            </a:r>
            <a:r>
              <a:rPr lang="en-US" b="true" sz="2000" spc="18" strike="noStrike" u="none">
                <a:solidFill>
                  <a:srgbClr val="7B6861"/>
                </a:solidFill>
                <a:latin typeface="Quicksand Medium"/>
                <a:ea typeface="Quicksand Medium"/>
                <a:cs typeface="Quicksand Medium"/>
                <a:sym typeface="Quicksand Medium"/>
              </a:rPr>
              <a:t>ha</a:t>
            </a:r>
            <a:r>
              <a:rPr lang="en-US" b="true" sz="2000" spc="18" strike="noStrike" u="none">
                <a:solidFill>
                  <a:srgbClr val="7B6861"/>
                </a:solidFill>
                <a:latin typeface="Quicksand Medium"/>
                <a:ea typeface="Quicksand Medium"/>
                <a:cs typeface="Quicksand Medium"/>
                <a:sym typeface="Quicksand Medium"/>
              </a:rPr>
              <a:t>t </a:t>
            </a:r>
            <a:r>
              <a:rPr lang="en-US" b="true" sz="2000" spc="18" strike="noStrike" u="none">
                <a:solidFill>
                  <a:srgbClr val="7B6861"/>
                </a:solidFill>
                <a:latin typeface="Quicksand Medium"/>
                <a:ea typeface="Quicksand Medium"/>
                <a:cs typeface="Quicksand Medium"/>
                <a:sym typeface="Quicksand Medium"/>
              </a:rPr>
              <a:t>el</a:t>
            </a:r>
            <a:r>
              <a:rPr lang="en-US" b="true" sz="2000" spc="18" strike="noStrike" u="none">
                <a:solidFill>
                  <a:srgbClr val="7B6861"/>
                </a:solidFill>
                <a:latin typeface="Quicksand Medium"/>
                <a:ea typeface="Quicksand Medium"/>
                <a:cs typeface="Quicksand Medium"/>
                <a:sym typeface="Quicksand Medium"/>
              </a:rPr>
              <a:t>evate</a:t>
            </a:r>
            <a:r>
              <a:rPr lang="en-US" b="true" sz="2000" spc="18" strike="noStrike" u="none">
                <a:solidFill>
                  <a:srgbClr val="7B6861"/>
                </a:solidFill>
                <a:latin typeface="Quicksand Medium"/>
                <a:ea typeface="Quicksand Medium"/>
                <a:cs typeface="Quicksand Medium"/>
                <a:sym typeface="Quicksand Medium"/>
              </a:rPr>
              <a:t>s it </a:t>
            </a:r>
            <a:r>
              <a:rPr lang="en-US" b="true" sz="2000" spc="18" strike="noStrike" u="none">
                <a:solidFill>
                  <a:srgbClr val="7B6861"/>
                </a:solidFill>
                <a:latin typeface="Quicksand Medium"/>
                <a:ea typeface="Quicksand Medium"/>
                <a:cs typeface="Quicksand Medium"/>
                <a:sym typeface="Quicksand Medium"/>
              </a:rPr>
              <a:t>t</a:t>
            </a:r>
            <a:r>
              <a:rPr lang="en-US" b="true" sz="2000" spc="18" strike="noStrike" u="none">
                <a:solidFill>
                  <a:srgbClr val="7B6861"/>
                </a:solidFill>
                <a:latin typeface="Quicksand Medium"/>
                <a:ea typeface="Quicksand Medium"/>
                <a:cs typeface="Quicksand Medium"/>
                <a:sym typeface="Quicksand Medium"/>
              </a:rPr>
              <a:t>o</a:t>
            </a:r>
            <a:r>
              <a:rPr lang="en-US" b="true" sz="2000" spc="18" strike="noStrike" u="none">
                <a:solidFill>
                  <a:srgbClr val="7B6861"/>
                </a:solidFill>
                <a:latin typeface="Quicksand Medium"/>
                <a:ea typeface="Quicksand Medium"/>
                <a:cs typeface="Quicksand Medium"/>
                <a:sym typeface="Quicksand Medium"/>
              </a:rPr>
              <a:t> a</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h</a:t>
            </a:r>
            <a:r>
              <a:rPr lang="en-US" b="true" sz="2000" spc="18" strike="noStrike" u="none">
                <a:solidFill>
                  <a:srgbClr val="7B6861"/>
                </a:solidFill>
                <a:latin typeface="Quicksand Medium"/>
                <a:ea typeface="Quicksand Medium"/>
                <a:cs typeface="Quicksand Medium"/>
                <a:sym typeface="Quicksand Medium"/>
              </a:rPr>
              <a:t>i</a:t>
            </a:r>
            <a:r>
              <a:rPr lang="en-US" b="true" sz="2000" spc="18" strike="noStrike" u="none">
                <a:solidFill>
                  <a:srgbClr val="7B6861"/>
                </a:solidFill>
                <a:latin typeface="Quicksand Medium"/>
                <a:ea typeface="Quicksand Medium"/>
                <a:cs typeface="Quicksand Medium"/>
                <a:sym typeface="Quicksand Medium"/>
              </a:rPr>
              <a:t>gh</a:t>
            </a:r>
            <a:r>
              <a:rPr lang="en-US" b="true" sz="2000" spc="18" strike="noStrike" u="none">
                <a:solidFill>
                  <a:srgbClr val="7B6861"/>
                </a:solidFill>
                <a:latin typeface="Quicksand Medium"/>
                <a:ea typeface="Quicksand Medium"/>
                <a:cs typeface="Quicksand Medium"/>
                <a:sym typeface="Quicksand Medium"/>
              </a:rPr>
              <a:t>er le</a:t>
            </a:r>
            <a:r>
              <a:rPr lang="en-US" b="true" sz="2000" spc="18" strike="noStrike" u="none">
                <a:solidFill>
                  <a:srgbClr val="7B6861"/>
                </a:solidFill>
                <a:latin typeface="Quicksand Medium"/>
                <a:ea typeface="Quicksand Medium"/>
                <a:cs typeface="Quicksand Medium"/>
                <a:sym typeface="Quicksand Medium"/>
              </a:rPr>
              <a:t>v</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l</a:t>
            </a:r>
            <a:r>
              <a:rPr lang="en-US" b="true" sz="2000" spc="18" strike="noStrike" u="none">
                <a:solidFill>
                  <a:srgbClr val="7B6861"/>
                </a:solidFill>
                <a:latin typeface="Quicksand Medium"/>
                <a:ea typeface="Quicksand Medium"/>
                <a:cs typeface="Quicksand Medium"/>
                <a:sym typeface="Quicksand Medium"/>
              </a:rPr>
              <a:t>, a</a:t>
            </a:r>
            <a:r>
              <a:rPr lang="en-US" b="true" sz="2000" spc="18" strike="noStrike" u="none">
                <a:solidFill>
                  <a:srgbClr val="7B6861"/>
                </a:solidFill>
                <a:latin typeface="Quicksand Medium"/>
                <a:ea typeface="Quicksand Medium"/>
                <a:cs typeface="Quicksand Medium"/>
                <a:sym typeface="Quicksand Medium"/>
              </a:rPr>
              <a:t>llowing</a:t>
            </a:r>
            <a:r>
              <a:rPr lang="en-US" b="true" sz="2000" spc="18" strike="noStrike" u="none">
                <a:solidFill>
                  <a:srgbClr val="7B6861"/>
                </a:solidFill>
                <a:latin typeface="Quicksand Medium"/>
                <a:ea typeface="Quicksand Medium"/>
                <a:cs typeface="Quicksand Medium"/>
                <a:sym typeface="Quicksand Medium"/>
              </a:rPr>
              <a:t> i</a:t>
            </a:r>
            <a:r>
              <a:rPr lang="en-US" b="true" sz="2000" spc="18" strike="noStrike" u="none">
                <a:solidFill>
                  <a:srgbClr val="7B6861"/>
                </a:solidFill>
                <a:latin typeface="Quicksand Medium"/>
                <a:ea typeface="Quicksand Medium"/>
                <a:cs typeface="Quicksand Medium"/>
                <a:sym typeface="Quicksand Medium"/>
              </a:rPr>
              <a:t>t</a:t>
            </a:r>
            <a:r>
              <a:rPr lang="en-US" b="true" sz="2000" spc="18" strike="noStrike" u="none">
                <a:solidFill>
                  <a:srgbClr val="7B6861"/>
                </a:solidFill>
                <a:latin typeface="Quicksand Medium"/>
                <a:ea typeface="Quicksand Medium"/>
                <a:cs typeface="Quicksand Medium"/>
                <a:sym typeface="Quicksand Medium"/>
              </a:rPr>
              <a:t> t</a:t>
            </a:r>
            <a:r>
              <a:rPr lang="en-US" b="true" sz="2000" spc="18" strike="noStrike" u="none">
                <a:solidFill>
                  <a:srgbClr val="7B6861"/>
                </a:solidFill>
                <a:latin typeface="Quicksand Medium"/>
                <a:ea typeface="Quicksand Medium"/>
                <a:cs typeface="Quicksand Medium"/>
                <a:sym typeface="Quicksand Medium"/>
              </a:rPr>
              <a:t>o</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co</a:t>
            </a:r>
            <a:r>
              <a:rPr lang="en-US" b="true" sz="2000" spc="18" strike="noStrike" u="none">
                <a:solidFill>
                  <a:srgbClr val="7B6861"/>
                </a:solidFill>
                <a:latin typeface="Quicksand Medium"/>
                <a:ea typeface="Quicksand Medium"/>
                <a:cs typeface="Quicksand Medium"/>
                <a:sym typeface="Quicksand Medium"/>
              </a:rPr>
              <a:t>n</a:t>
            </a:r>
            <a:r>
              <a:rPr lang="en-US" b="true" sz="2000" spc="18" strike="noStrike" u="none">
                <a:solidFill>
                  <a:srgbClr val="7B6861"/>
                </a:solidFill>
                <a:latin typeface="Quicksand Medium"/>
                <a:ea typeface="Quicksand Medium"/>
                <a:cs typeface="Quicksand Medium"/>
                <a:sym typeface="Quicksand Medium"/>
              </a:rPr>
              <a:t>tinu</a:t>
            </a:r>
            <a:r>
              <a:rPr lang="en-US" b="true" sz="2000" spc="18" strike="noStrike" u="none">
                <a:solidFill>
                  <a:srgbClr val="7B6861"/>
                </a:solidFill>
                <a:latin typeface="Quicksand Medium"/>
                <a:ea typeface="Quicksand Medium"/>
                <a:cs typeface="Quicksand Medium"/>
                <a:sym typeface="Quicksand Medium"/>
              </a:rPr>
              <a:t>e i</a:t>
            </a:r>
            <a:r>
              <a:rPr lang="en-US" b="true" sz="2000" spc="18" strike="noStrike" u="none">
                <a:solidFill>
                  <a:srgbClr val="7B6861"/>
                </a:solidFill>
                <a:latin typeface="Quicksand Medium"/>
                <a:ea typeface="Quicksand Medium"/>
                <a:cs typeface="Quicksand Medium"/>
                <a:sym typeface="Quicksand Medium"/>
              </a:rPr>
              <a:t>ts</a:t>
            </a:r>
            <a:r>
              <a:rPr lang="en-US" b="true" sz="2000" spc="18" strike="noStrike" u="none">
                <a:solidFill>
                  <a:srgbClr val="7B6861"/>
                </a:solidFill>
                <a:latin typeface="Quicksand Medium"/>
                <a:ea typeface="Quicksand Medium"/>
                <a:cs typeface="Quicksand Medium"/>
                <a:sym typeface="Quicksand Medium"/>
              </a:rPr>
              <a:t> m</a:t>
            </a:r>
            <a:r>
              <a:rPr lang="en-US" b="true" sz="2000" spc="18" strike="noStrike" u="none">
                <a:solidFill>
                  <a:srgbClr val="7B6861"/>
                </a:solidFill>
                <a:latin typeface="Quicksand Medium"/>
                <a:ea typeface="Quicksand Medium"/>
                <a:cs typeface="Quicksand Medium"/>
                <a:sym typeface="Quicksand Medium"/>
              </a:rPr>
              <a:t>otion through</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th</a:t>
            </a:r>
            <a:r>
              <a:rPr lang="en-US" b="true" sz="2000" spc="18" strike="noStrike" u="none">
                <a:solidFill>
                  <a:srgbClr val="7B6861"/>
                </a:solidFill>
                <a:latin typeface="Quicksand Medium"/>
                <a:ea typeface="Quicksand Medium"/>
                <a:cs typeface="Quicksand Medium"/>
                <a:sym typeface="Quicksand Medium"/>
              </a:rPr>
              <a:t>e s</a:t>
            </a:r>
            <a:r>
              <a:rPr lang="en-US" b="true" sz="2000" spc="18" strike="noStrike" u="none">
                <a:solidFill>
                  <a:srgbClr val="7B6861"/>
                </a:solidFill>
                <a:latin typeface="Quicksand Medium"/>
                <a:ea typeface="Quicksand Medium"/>
                <a:cs typeface="Quicksand Medium"/>
                <a:sym typeface="Quicksand Medium"/>
              </a:rPr>
              <a:t>y</a:t>
            </a:r>
            <a:r>
              <a:rPr lang="en-US" b="true" sz="2000" spc="18" strike="noStrike" u="none">
                <a:solidFill>
                  <a:srgbClr val="7B6861"/>
                </a:solidFill>
                <a:latin typeface="Quicksand Medium"/>
                <a:ea typeface="Quicksand Medium"/>
                <a:cs typeface="Quicksand Medium"/>
                <a:sym typeface="Quicksand Medium"/>
              </a:rPr>
              <a:t>st</a:t>
            </a:r>
            <a:r>
              <a:rPr lang="en-US" b="true" sz="2000" spc="18" strike="noStrike" u="none">
                <a:solidFill>
                  <a:srgbClr val="7B6861"/>
                </a:solidFill>
                <a:latin typeface="Quicksand Medium"/>
                <a:ea typeface="Quicksand Medium"/>
                <a:cs typeface="Quicksand Medium"/>
                <a:sym typeface="Quicksand Medium"/>
              </a:rPr>
              <a:t>em</a:t>
            </a:r>
            <a:r>
              <a:rPr lang="en-US" b="true" sz="2000" spc="18" strike="noStrike" u="none">
                <a:solidFill>
                  <a:srgbClr val="7B6861"/>
                </a:solidFill>
                <a:latin typeface="Quicksand Medium"/>
                <a:ea typeface="Quicksand Medium"/>
                <a:cs typeface="Quicksand Medium"/>
                <a:sym typeface="Quicksand Medium"/>
              </a:rPr>
              <a:t>.</a:t>
            </a:r>
          </a:p>
          <a:p>
            <a:pPr algn="l" marL="0" indent="0" lvl="0">
              <a:lnSpc>
                <a:spcPts val="2720"/>
              </a:lnSpc>
            </a:pPr>
          </a:p>
        </p:txBody>
      </p:sp>
      <p:sp>
        <p:nvSpPr>
          <p:cNvPr name="TextBox 24" id="24"/>
          <p:cNvSpPr txBox="true"/>
          <p:nvPr/>
        </p:nvSpPr>
        <p:spPr>
          <a:xfrm rot="0">
            <a:off x="3704572" y="7482992"/>
            <a:ext cx="10983139" cy="2740660"/>
          </a:xfrm>
          <a:prstGeom prst="rect">
            <a:avLst/>
          </a:prstGeom>
        </p:spPr>
        <p:txBody>
          <a:bodyPr anchor="t" rtlCol="false" tIns="0" lIns="0" bIns="0" rIns="0">
            <a:spAutoFit/>
          </a:bodyPr>
          <a:lstStyle/>
          <a:p>
            <a:pPr algn="l" marL="0" indent="0" lvl="0">
              <a:lnSpc>
                <a:spcPts val="2720"/>
              </a:lnSpc>
            </a:pPr>
            <a:r>
              <a:rPr lang="en-US" b="true" sz="2000" spc="18">
                <a:solidFill>
                  <a:srgbClr val="7B6861"/>
                </a:solidFill>
                <a:latin typeface="Quicksand Medium"/>
                <a:ea typeface="Quicksand Medium"/>
                <a:cs typeface="Quicksand Medium"/>
                <a:sym typeface="Quicksand Medium"/>
              </a:rPr>
              <a:t>At th</a:t>
            </a:r>
            <a:r>
              <a:rPr lang="en-US" b="true" sz="2000" spc="18" strike="noStrike" u="none">
                <a:solidFill>
                  <a:srgbClr val="7B6861"/>
                </a:solidFill>
                <a:latin typeface="Quicksand Medium"/>
                <a:ea typeface="Quicksand Medium"/>
                <a:cs typeface="Quicksand Medium"/>
                <a:sym typeface="Quicksand Medium"/>
              </a:rPr>
              <a:t>e </a:t>
            </a:r>
            <a:r>
              <a:rPr lang="en-US" b="true" sz="2000" spc="18" strike="noStrike" u="none">
                <a:solidFill>
                  <a:srgbClr val="7B6861"/>
                </a:solidFill>
                <a:latin typeface="Quicksand Medium"/>
                <a:ea typeface="Quicksand Medium"/>
                <a:cs typeface="Quicksand Medium"/>
                <a:sym typeface="Quicksand Medium"/>
              </a:rPr>
              <a:t>f</a:t>
            </a:r>
            <a:r>
              <a:rPr lang="en-US" b="true" sz="2000" spc="18" strike="noStrike" u="none">
                <a:solidFill>
                  <a:srgbClr val="7B6861"/>
                </a:solidFill>
                <a:latin typeface="Quicksand Medium"/>
                <a:ea typeface="Quicksand Medium"/>
                <a:cs typeface="Quicksand Medium"/>
                <a:sym typeface="Quicksand Medium"/>
              </a:rPr>
              <a:t>i</a:t>
            </a:r>
            <a:r>
              <a:rPr lang="en-US" b="true" sz="2000" spc="18" strike="noStrike" u="none">
                <a:solidFill>
                  <a:srgbClr val="7B6861"/>
                </a:solidFill>
                <a:latin typeface="Quicksand Medium"/>
                <a:ea typeface="Quicksand Medium"/>
                <a:cs typeface="Quicksand Medium"/>
                <a:sym typeface="Quicksand Medium"/>
              </a:rPr>
              <a:t>na</a:t>
            </a:r>
            <a:r>
              <a:rPr lang="en-US" b="true" sz="2000" spc="18" strike="noStrike" u="none">
                <a:solidFill>
                  <a:srgbClr val="7B6861"/>
                </a:solidFill>
                <a:latin typeface="Quicksand Medium"/>
                <a:ea typeface="Quicksand Medium"/>
                <a:cs typeface="Quicksand Medium"/>
                <a:sym typeface="Quicksand Medium"/>
              </a:rPr>
              <a:t>l sta</a:t>
            </a:r>
            <a:r>
              <a:rPr lang="en-US" b="true" sz="2000" spc="18" strike="noStrike" u="none">
                <a:solidFill>
                  <a:srgbClr val="7B6861"/>
                </a:solidFill>
                <a:latin typeface="Quicksand Medium"/>
                <a:ea typeface="Quicksand Medium"/>
                <a:cs typeface="Quicksand Medium"/>
                <a:sym typeface="Quicksand Medium"/>
              </a:rPr>
              <a:t>g</a:t>
            </a:r>
            <a:r>
              <a:rPr lang="en-US" b="true" sz="2000" spc="18" strike="noStrike" u="none">
                <a:solidFill>
                  <a:srgbClr val="7B6861"/>
                </a:solidFill>
                <a:latin typeface="Quicksand Medium"/>
                <a:ea typeface="Quicksand Medium"/>
                <a:cs typeface="Quicksand Medium"/>
                <a:sym typeface="Quicksand Medium"/>
              </a:rPr>
              <a:t>e, t</a:t>
            </a:r>
            <a:r>
              <a:rPr lang="en-US" b="true" sz="2000" spc="18" strike="noStrike" u="none">
                <a:solidFill>
                  <a:srgbClr val="7B6861"/>
                </a:solidFill>
                <a:latin typeface="Quicksand Medium"/>
                <a:ea typeface="Quicksand Medium"/>
                <a:cs typeface="Quicksand Medium"/>
                <a:sym typeface="Quicksand Medium"/>
              </a:rPr>
              <a:t>h</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 ball </a:t>
            </a:r>
            <a:r>
              <a:rPr lang="en-US" b="true" sz="2000" spc="18" strike="noStrike" u="none">
                <a:solidFill>
                  <a:srgbClr val="7B6861"/>
                </a:solidFill>
                <a:latin typeface="Quicksand Medium"/>
                <a:ea typeface="Quicksand Medium"/>
                <a:cs typeface="Quicksand Medium"/>
                <a:sym typeface="Quicksand Medium"/>
              </a:rPr>
              <a:t>r</a:t>
            </a:r>
            <a:r>
              <a:rPr lang="en-US" b="true" sz="2000" spc="18" strike="noStrike" u="none">
                <a:solidFill>
                  <a:srgbClr val="7B6861"/>
                </a:solidFill>
                <a:latin typeface="Quicksand Medium"/>
                <a:ea typeface="Quicksand Medium"/>
                <a:cs typeface="Quicksand Medium"/>
                <a:sym typeface="Quicksand Medium"/>
              </a:rPr>
              <a:t>eaches</a:t>
            </a:r>
            <a:r>
              <a:rPr lang="en-US" b="true" sz="2000" spc="18" strike="noStrike" u="none">
                <a:solidFill>
                  <a:srgbClr val="7B6861"/>
                </a:solidFill>
                <a:latin typeface="Quicksand Medium"/>
                <a:ea typeface="Quicksand Medium"/>
                <a:cs typeface="Quicksand Medium"/>
                <a:sym typeface="Quicksand Medium"/>
              </a:rPr>
              <a:t> a</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d</a:t>
            </a:r>
            <a:r>
              <a:rPr lang="en-US" b="true" sz="2000" spc="18" strike="noStrike" u="none">
                <a:solidFill>
                  <a:srgbClr val="7B6861"/>
                </a:solidFill>
                <a:latin typeface="Quicksand Medium"/>
                <a:ea typeface="Quicksand Medium"/>
                <a:cs typeface="Quicksand Medium"/>
                <a:sym typeface="Quicksand Medium"/>
              </a:rPr>
              <a:t>ec</a:t>
            </a:r>
            <a:r>
              <a:rPr lang="en-US" b="true" sz="2000" spc="18" strike="noStrike" u="none">
                <a:solidFill>
                  <a:srgbClr val="7B6861"/>
                </a:solidFill>
                <a:latin typeface="Quicksand Medium"/>
                <a:ea typeface="Quicksand Medium"/>
                <a:cs typeface="Quicksand Medium"/>
                <a:sym typeface="Quicksand Medium"/>
              </a:rPr>
              <a:t>isi</a:t>
            </a:r>
            <a:r>
              <a:rPr lang="en-US" b="true" sz="2000" spc="18" strike="noStrike" u="none">
                <a:solidFill>
                  <a:srgbClr val="7B6861"/>
                </a:solidFill>
                <a:latin typeface="Quicksand Medium"/>
                <a:ea typeface="Quicksand Medium"/>
                <a:cs typeface="Quicksand Medium"/>
                <a:sym typeface="Quicksand Medium"/>
              </a:rPr>
              <a:t>o</a:t>
            </a:r>
            <a:r>
              <a:rPr lang="en-US" b="true" sz="2000" spc="18" strike="noStrike" u="none">
                <a:solidFill>
                  <a:srgbClr val="7B6861"/>
                </a:solidFill>
                <a:latin typeface="Quicksand Medium"/>
                <a:ea typeface="Quicksand Medium"/>
                <a:cs typeface="Quicksand Medium"/>
                <a:sym typeface="Quicksand Medium"/>
              </a:rPr>
              <a:t>n </a:t>
            </a:r>
            <a:r>
              <a:rPr lang="en-US" b="true" sz="2000" spc="18" strike="noStrike" u="none">
                <a:solidFill>
                  <a:srgbClr val="7B6861"/>
                </a:solidFill>
                <a:latin typeface="Quicksand Medium"/>
                <a:ea typeface="Quicksand Medium"/>
                <a:cs typeface="Quicksand Medium"/>
                <a:sym typeface="Quicksand Medium"/>
              </a:rPr>
              <a:t>ar</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a con</a:t>
            </a:r>
            <a:r>
              <a:rPr lang="en-US" b="true" sz="2000" spc="18" strike="noStrike" u="none">
                <a:solidFill>
                  <a:srgbClr val="7B6861"/>
                </a:solidFill>
                <a:latin typeface="Quicksand Medium"/>
                <a:ea typeface="Quicksand Medium"/>
                <a:cs typeface="Quicksand Medium"/>
                <a:sym typeface="Quicksand Medium"/>
              </a:rPr>
              <a:t>t</a:t>
            </a:r>
            <a:r>
              <a:rPr lang="en-US" b="true" sz="2000" spc="18" strike="noStrike" u="none">
                <a:solidFill>
                  <a:srgbClr val="7B6861"/>
                </a:solidFill>
                <a:latin typeface="Quicksand Medium"/>
                <a:ea typeface="Quicksand Medium"/>
                <a:cs typeface="Quicksand Medium"/>
                <a:sym typeface="Quicksand Medium"/>
              </a:rPr>
              <a:t>roll</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d</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by a m</a:t>
            </a:r>
            <a:r>
              <a:rPr lang="en-US" b="true" sz="2000" spc="18" strike="noStrike" u="none">
                <a:solidFill>
                  <a:srgbClr val="7B6861"/>
                </a:solidFill>
                <a:latin typeface="Quicksand Medium"/>
                <a:ea typeface="Quicksand Medium"/>
                <a:cs typeface="Quicksand Medium"/>
                <a:sym typeface="Quicksand Medium"/>
              </a:rPr>
              <a:t>o</a:t>
            </a:r>
            <a:r>
              <a:rPr lang="en-US" b="true" sz="2000" spc="18" strike="noStrike" u="none">
                <a:solidFill>
                  <a:srgbClr val="7B6861"/>
                </a:solidFill>
                <a:latin typeface="Quicksand Medium"/>
                <a:ea typeface="Quicksand Medium"/>
                <a:cs typeface="Quicksand Medium"/>
                <a:sym typeface="Quicksand Medium"/>
              </a:rPr>
              <a:t>vable</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slid</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r (cy</a:t>
            </a:r>
            <a:r>
              <a:rPr lang="en-US" b="true" sz="2000" spc="18" strike="noStrike" u="none">
                <a:solidFill>
                  <a:srgbClr val="7B6861"/>
                </a:solidFill>
                <a:latin typeface="Quicksand Medium"/>
                <a:ea typeface="Quicksand Medium"/>
                <a:cs typeface="Quicksand Medium"/>
                <a:sym typeface="Quicksand Medium"/>
              </a:rPr>
              <a:t>li</a:t>
            </a:r>
            <a:r>
              <a:rPr lang="en-US" b="true" sz="2000" spc="18" strike="noStrike" u="none">
                <a:solidFill>
                  <a:srgbClr val="7B6861"/>
                </a:solidFill>
                <a:latin typeface="Quicksand Medium"/>
                <a:ea typeface="Quicksand Medium"/>
                <a:cs typeface="Quicksand Medium"/>
                <a:sym typeface="Quicksand Medium"/>
              </a:rPr>
              <a:t>nder) opera</a:t>
            </a:r>
            <a:r>
              <a:rPr lang="en-US" b="true" sz="2000" spc="18" strike="noStrike" u="none">
                <a:solidFill>
                  <a:srgbClr val="7B6861"/>
                </a:solidFill>
                <a:latin typeface="Quicksand Medium"/>
                <a:ea typeface="Quicksand Medium"/>
                <a:cs typeface="Quicksand Medium"/>
                <a:sym typeface="Quicksand Medium"/>
              </a:rPr>
              <a:t>t</a:t>
            </a:r>
            <a:r>
              <a:rPr lang="en-US" b="true" sz="2000" spc="18" strike="noStrike" u="none">
                <a:solidFill>
                  <a:srgbClr val="7B6861"/>
                </a:solidFill>
                <a:latin typeface="Quicksand Medium"/>
                <a:ea typeface="Quicksand Medium"/>
                <a:cs typeface="Quicksand Medium"/>
                <a:sym typeface="Quicksand Medium"/>
              </a:rPr>
              <a:t>ed</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by the pl</a:t>
            </a:r>
            <a:r>
              <a:rPr lang="en-US" b="true" sz="2000" spc="18" strike="noStrike" u="none">
                <a:solidFill>
                  <a:srgbClr val="7B6861"/>
                </a:solidFill>
                <a:latin typeface="Quicksand Medium"/>
                <a:ea typeface="Quicksand Medium"/>
                <a:cs typeface="Quicksand Medium"/>
                <a:sym typeface="Quicksand Medium"/>
              </a:rPr>
              <a:t>a</a:t>
            </a:r>
            <a:r>
              <a:rPr lang="en-US" b="true" sz="2000" spc="18" strike="noStrike" u="none">
                <a:solidFill>
                  <a:srgbClr val="7B6861"/>
                </a:solidFill>
                <a:latin typeface="Quicksand Medium"/>
                <a:ea typeface="Quicksand Medium"/>
                <a:cs typeface="Quicksand Medium"/>
                <a:sym typeface="Quicksand Medium"/>
              </a:rPr>
              <a:t>ye</a:t>
            </a:r>
            <a:r>
              <a:rPr lang="en-US" b="true" sz="2000" spc="18" strike="noStrike" u="none">
                <a:solidFill>
                  <a:srgbClr val="7B6861"/>
                </a:solidFill>
                <a:latin typeface="Quicksand Medium"/>
                <a:ea typeface="Quicksand Medium"/>
                <a:cs typeface="Quicksand Medium"/>
                <a:sym typeface="Quicksand Medium"/>
              </a:rPr>
              <a:t>r. </a:t>
            </a:r>
            <a:r>
              <a:rPr lang="en-US" b="true" sz="2000" spc="18" strike="noStrike" u="none">
                <a:solidFill>
                  <a:srgbClr val="7B6861"/>
                </a:solidFill>
                <a:latin typeface="Quicksand Medium"/>
                <a:ea typeface="Quicksand Medium"/>
                <a:cs typeface="Quicksand Medium"/>
                <a:sym typeface="Quicksand Medium"/>
              </a:rPr>
              <a:t>The playe</a:t>
            </a:r>
            <a:r>
              <a:rPr lang="en-US" b="true" sz="2000" spc="18" strike="noStrike" u="none">
                <a:solidFill>
                  <a:srgbClr val="7B6861"/>
                </a:solidFill>
                <a:latin typeface="Quicksand Medium"/>
                <a:ea typeface="Quicksand Medium"/>
                <a:cs typeface="Quicksand Medium"/>
                <a:sym typeface="Quicksand Medium"/>
              </a:rPr>
              <a:t>r</a:t>
            </a:r>
            <a:r>
              <a:rPr lang="en-US" b="true" sz="2000" spc="18" strike="noStrike" u="none">
                <a:solidFill>
                  <a:srgbClr val="7B6861"/>
                </a:solidFill>
                <a:latin typeface="Quicksand Medium"/>
                <a:ea typeface="Quicksand Medium"/>
                <a:cs typeface="Quicksand Medium"/>
                <a:sym typeface="Quicksand Medium"/>
              </a:rPr>
              <a:t> must </a:t>
            </a:r>
            <a:r>
              <a:rPr lang="en-US" b="true" sz="2000" spc="18" strike="noStrike" u="none">
                <a:solidFill>
                  <a:srgbClr val="7B6861"/>
                </a:solidFill>
                <a:latin typeface="Quicksand Medium"/>
                <a:ea typeface="Quicksand Medium"/>
                <a:cs typeface="Quicksand Medium"/>
                <a:sym typeface="Quicksand Medium"/>
              </a:rPr>
              <a:t>a</a:t>
            </a:r>
            <a:r>
              <a:rPr lang="en-US" b="true" sz="2000" spc="18" strike="noStrike" u="none">
                <a:solidFill>
                  <a:srgbClr val="7B6861"/>
                </a:solidFill>
                <a:latin typeface="Quicksand Medium"/>
                <a:ea typeface="Quicksand Medium"/>
                <a:cs typeface="Quicksand Medium"/>
                <a:sym typeface="Quicksand Medium"/>
              </a:rPr>
              <a:t>dju</a:t>
            </a:r>
            <a:r>
              <a:rPr lang="en-US" b="true" sz="2000" spc="18" strike="noStrike" u="none">
                <a:solidFill>
                  <a:srgbClr val="7B6861"/>
                </a:solidFill>
                <a:latin typeface="Quicksand Medium"/>
                <a:ea typeface="Quicksand Medium"/>
                <a:cs typeface="Quicksand Medium"/>
                <a:sym typeface="Quicksand Medium"/>
              </a:rPr>
              <a:t>s</a:t>
            </a:r>
            <a:r>
              <a:rPr lang="en-US" b="true" sz="2000" spc="18" strike="noStrike" u="none">
                <a:solidFill>
                  <a:srgbClr val="7B6861"/>
                </a:solidFill>
                <a:latin typeface="Quicksand Medium"/>
                <a:ea typeface="Quicksand Medium"/>
                <a:cs typeface="Quicksand Medium"/>
                <a:sym typeface="Quicksand Medium"/>
              </a:rPr>
              <a:t>t</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th</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 sl</a:t>
            </a:r>
            <a:r>
              <a:rPr lang="en-US" b="true" sz="2000" spc="18" strike="noStrike" u="none">
                <a:solidFill>
                  <a:srgbClr val="7B6861"/>
                </a:solidFill>
                <a:latin typeface="Quicksand Medium"/>
                <a:ea typeface="Quicksand Medium"/>
                <a:cs typeface="Quicksand Medium"/>
                <a:sym typeface="Quicksand Medium"/>
              </a:rPr>
              <a:t>i</a:t>
            </a:r>
            <a:r>
              <a:rPr lang="en-US" b="true" sz="2000" spc="18" strike="noStrike" u="none">
                <a:solidFill>
                  <a:srgbClr val="7B6861"/>
                </a:solidFill>
                <a:latin typeface="Quicksand Medium"/>
                <a:ea typeface="Quicksand Medium"/>
                <a:cs typeface="Quicksand Medium"/>
                <a:sym typeface="Quicksand Medium"/>
              </a:rPr>
              <a:t>der po</a:t>
            </a:r>
            <a:r>
              <a:rPr lang="en-US" b="true" sz="2000" spc="18" strike="noStrike" u="none">
                <a:solidFill>
                  <a:srgbClr val="7B6861"/>
                </a:solidFill>
                <a:latin typeface="Quicksand Medium"/>
                <a:ea typeface="Quicksand Medium"/>
                <a:cs typeface="Quicksand Medium"/>
                <a:sym typeface="Quicksand Medium"/>
              </a:rPr>
              <a:t>s</a:t>
            </a:r>
            <a:r>
              <a:rPr lang="en-US" b="true" sz="2000" spc="18" strike="noStrike" u="none">
                <a:solidFill>
                  <a:srgbClr val="7B6861"/>
                </a:solidFill>
                <a:latin typeface="Quicksand Medium"/>
                <a:ea typeface="Quicksand Medium"/>
                <a:cs typeface="Quicksand Medium"/>
                <a:sym typeface="Quicksand Medium"/>
              </a:rPr>
              <a:t>iti</a:t>
            </a:r>
            <a:r>
              <a:rPr lang="en-US" b="true" sz="2000" spc="18" strike="noStrike" u="none">
                <a:solidFill>
                  <a:srgbClr val="7B6861"/>
                </a:solidFill>
                <a:latin typeface="Quicksand Medium"/>
                <a:ea typeface="Quicksand Medium"/>
                <a:cs typeface="Quicksand Medium"/>
                <a:sym typeface="Quicksand Medium"/>
              </a:rPr>
              <a:t>o</a:t>
            </a:r>
            <a:r>
              <a:rPr lang="en-US" b="true" sz="2000" spc="18" strike="noStrike" u="none">
                <a:solidFill>
                  <a:srgbClr val="7B6861"/>
                </a:solidFill>
                <a:latin typeface="Quicksand Medium"/>
                <a:ea typeface="Quicksand Medium"/>
                <a:cs typeface="Quicksand Medium"/>
                <a:sym typeface="Quicksand Medium"/>
              </a:rPr>
              <a:t>n</a:t>
            </a:r>
            <a:r>
              <a:rPr lang="en-US" b="true" sz="2000" spc="18" strike="noStrike" u="none">
                <a:solidFill>
                  <a:srgbClr val="7B6861"/>
                </a:solidFill>
                <a:latin typeface="Quicksand Medium"/>
                <a:ea typeface="Quicksand Medium"/>
                <a:cs typeface="Quicksand Medium"/>
                <a:sym typeface="Quicksand Medium"/>
              </a:rPr>
              <a:t> t</a:t>
            </a:r>
            <a:r>
              <a:rPr lang="en-US" b="true" sz="2000" spc="18" strike="noStrike" u="none">
                <a:solidFill>
                  <a:srgbClr val="7B6861"/>
                </a:solidFill>
                <a:latin typeface="Quicksand Medium"/>
                <a:ea typeface="Quicksand Medium"/>
                <a:cs typeface="Quicksand Medium"/>
                <a:sym typeface="Quicksand Medium"/>
              </a:rPr>
              <a:t>o g</a:t>
            </a:r>
            <a:r>
              <a:rPr lang="en-US" b="true" sz="2000" spc="18" strike="noStrike" u="none">
                <a:solidFill>
                  <a:srgbClr val="7B6861"/>
                </a:solidFill>
                <a:latin typeface="Quicksand Medium"/>
                <a:ea typeface="Quicksand Medium"/>
                <a:cs typeface="Quicksand Medium"/>
                <a:sym typeface="Quicksand Medium"/>
              </a:rPr>
              <a:t>u</a:t>
            </a:r>
            <a:r>
              <a:rPr lang="en-US" b="true" sz="2000" spc="18" strike="noStrike" u="none">
                <a:solidFill>
                  <a:srgbClr val="7B6861"/>
                </a:solidFill>
                <a:latin typeface="Quicksand Medium"/>
                <a:ea typeface="Quicksand Medium"/>
                <a:cs typeface="Quicksand Medium"/>
                <a:sym typeface="Quicksand Medium"/>
              </a:rPr>
              <a:t>ide</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the</a:t>
            </a:r>
            <a:r>
              <a:rPr lang="en-US" b="true" sz="2000" spc="18" strike="noStrike" u="none">
                <a:solidFill>
                  <a:srgbClr val="7B6861"/>
                </a:solidFill>
                <a:latin typeface="Quicksand Medium"/>
                <a:ea typeface="Quicksand Medium"/>
                <a:cs typeface="Quicksand Medium"/>
                <a:sym typeface="Quicksand Medium"/>
              </a:rPr>
              <a:t> b</a:t>
            </a:r>
            <a:r>
              <a:rPr lang="en-US" b="true" sz="2000" spc="18" strike="noStrike" u="none">
                <a:solidFill>
                  <a:srgbClr val="7B6861"/>
                </a:solidFill>
                <a:latin typeface="Quicksand Medium"/>
                <a:ea typeface="Quicksand Medium"/>
                <a:cs typeface="Quicksand Medium"/>
                <a:sym typeface="Quicksand Medium"/>
              </a:rPr>
              <a:t>all</a:t>
            </a:r>
            <a:r>
              <a:rPr lang="en-US" b="true" sz="2000" spc="18" strike="noStrike" u="none">
                <a:solidFill>
                  <a:srgbClr val="7B6861"/>
                </a:solidFill>
                <a:latin typeface="Quicksand Medium"/>
                <a:ea typeface="Quicksand Medium"/>
                <a:cs typeface="Quicksand Medium"/>
                <a:sym typeface="Quicksand Medium"/>
              </a:rPr>
              <a:t> in</a:t>
            </a:r>
            <a:r>
              <a:rPr lang="en-US" b="true" sz="2000" spc="18" strike="noStrike" u="none">
                <a:solidFill>
                  <a:srgbClr val="7B6861"/>
                </a:solidFill>
                <a:latin typeface="Quicksand Medium"/>
                <a:ea typeface="Quicksand Medium"/>
                <a:cs typeface="Quicksand Medium"/>
                <a:sym typeface="Quicksand Medium"/>
              </a:rPr>
              <a:t>to</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th</a:t>
            </a:r>
            <a:r>
              <a:rPr lang="en-US" b="true" sz="2000" spc="18" strike="noStrike" u="none">
                <a:solidFill>
                  <a:srgbClr val="7B6861"/>
                </a:solidFill>
                <a:latin typeface="Quicksand Medium"/>
                <a:ea typeface="Quicksand Medium"/>
                <a:cs typeface="Quicksand Medium"/>
                <a:sym typeface="Quicksand Medium"/>
              </a:rPr>
              <a:t>e d</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si</a:t>
            </a:r>
            <a:r>
              <a:rPr lang="en-US" b="true" sz="2000" spc="18" strike="noStrike" u="none">
                <a:solidFill>
                  <a:srgbClr val="7B6861"/>
                </a:solidFill>
                <a:latin typeface="Quicksand Medium"/>
                <a:ea typeface="Quicksand Medium"/>
                <a:cs typeface="Quicksand Medium"/>
                <a:sym typeface="Quicksand Medium"/>
              </a:rPr>
              <a:t>red </a:t>
            </a:r>
            <a:r>
              <a:rPr lang="en-US" b="true" sz="2000" spc="18" strike="noStrike" u="none">
                <a:solidFill>
                  <a:srgbClr val="7B6861"/>
                </a:solidFill>
                <a:latin typeface="Quicksand Medium"/>
                <a:ea typeface="Quicksand Medium"/>
                <a:cs typeface="Quicksand Medium"/>
                <a:sym typeface="Quicksand Medium"/>
              </a:rPr>
              <a:t>p</a:t>
            </a:r>
            <a:r>
              <a:rPr lang="en-US" b="true" sz="2000" spc="18" strike="noStrike" u="none">
                <a:solidFill>
                  <a:srgbClr val="7B6861"/>
                </a:solidFill>
                <a:latin typeface="Quicksand Medium"/>
                <a:ea typeface="Quicksand Medium"/>
                <a:cs typeface="Quicksand Medium"/>
                <a:sym typeface="Quicksand Medium"/>
              </a:rPr>
              <a:t>a</a:t>
            </a:r>
            <a:r>
              <a:rPr lang="en-US" b="true" sz="2000" spc="18" strike="noStrike" u="none">
                <a:solidFill>
                  <a:srgbClr val="7B6861"/>
                </a:solidFill>
                <a:latin typeface="Quicksand Medium"/>
                <a:ea typeface="Quicksand Medium"/>
                <a:cs typeface="Quicksand Medium"/>
                <a:sym typeface="Quicksand Medium"/>
              </a:rPr>
              <a:t>t</a:t>
            </a:r>
            <a:r>
              <a:rPr lang="en-US" b="true" sz="2000" spc="18" strike="noStrike" u="none">
                <a:solidFill>
                  <a:srgbClr val="7B6861"/>
                </a:solidFill>
                <a:latin typeface="Quicksand Medium"/>
                <a:ea typeface="Quicksand Medium"/>
                <a:cs typeface="Quicksand Medium"/>
                <a:sym typeface="Quicksand Medium"/>
              </a:rPr>
              <a:t>h</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ba</a:t>
            </a:r>
            <a:r>
              <a:rPr lang="en-US" b="true" sz="2000" spc="18" strike="noStrike" u="none">
                <a:solidFill>
                  <a:srgbClr val="7B6861"/>
                </a:solidFill>
                <a:latin typeface="Quicksand Medium"/>
                <a:ea typeface="Quicksand Medium"/>
                <a:cs typeface="Quicksand Medium"/>
                <a:sym typeface="Quicksand Medium"/>
              </a:rPr>
              <a:t>s</a:t>
            </a:r>
            <a:r>
              <a:rPr lang="en-US" b="true" sz="2000" spc="18" strike="noStrike" u="none">
                <a:solidFill>
                  <a:srgbClr val="7B6861"/>
                </a:solidFill>
                <a:latin typeface="Quicksand Medium"/>
                <a:ea typeface="Quicksand Medium"/>
                <a:cs typeface="Quicksand Medium"/>
                <a:sym typeface="Quicksand Medium"/>
              </a:rPr>
              <a:t>ed</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on</a:t>
            </a:r>
            <a:r>
              <a:rPr lang="en-US" b="true" sz="2000" spc="18" strike="noStrike" u="none">
                <a:solidFill>
                  <a:srgbClr val="7B6861"/>
                </a:solidFill>
                <a:latin typeface="Quicksand Medium"/>
                <a:ea typeface="Quicksand Medium"/>
                <a:cs typeface="Quicksand Medium"/>
                <a:sym typeface="Quicksand Medium"/>
              </a:rPr>
              <a:t> i</a:t>
            </a:r>
            <a:r>
              <a:rPr lang="en-US" b="true" sz="2000" spc="18" strike="noStrike" u="none">
                <a:solidFill>
                  <a:srgbClr val="7B6861"/>
                </a:solidFill>
                <a:latin typeface="Quicksand Medium"/>
                <a:ea typeface="Quicksand Medium"/>
                <a:cs typeface="Quicksand Medium"/>
                <a:sym typeface="Quicksand Medium"/>
              </a:rPr>
              <a:t>t</a:t>
            </a:r>
            <a:r>
              <a:rPr lang="en-US" b="true" sz="2000" spc="18" strike="noStrike" u="none">
                <a:solidFill>
                  <a:srgbClr val="7B6861"/>
                </a:solidFill>
                <a:latin typeface="Quicksand Medium"/>
                <a:ea typeface="Quicksand Medium"/>
                <a:cs typeface="Quicksand Medium"/>
                <a:sym typeface="Quicksand Medium"/>
              </a:rPr>
              <a:t>s </a:t>
            </a:r>
            <a:r>
              <a:rPr lang="en-US" b="true" sz="2000" spc="18" strike="noStrike" u="none">
                <a:solidFill>
                  <a:srgbClr val="7B6861"/>
                </a:solidFill>
                <a:latin typeface="Quicksand Medium"/>
                <a:ea typeface="Quicksand Medium"/>
                <a:cs typeface="Quicksand Medium"/>
                <a:sym typeface="Quicksand Medium"/>
              </a:rPr>
              <a:t>co</a:t>
            </a:r>
            <a:r>
              <a:rPr lang="en-US" b="true" sz="2000" spc="18" strike="noStrike" u="none">
                <a:solidFill>
                  <a:srgbClr val="7B6861"/>
                </a:solidFill>
                <a:latin typeface="Quicksand Medium"/>
                <a:ea typeface="Quicksand Medium"/>
                <a:cs typeface="Quicksand Medium"/>
                <a:sym typeface="Quicksand Medium"/>
              </a:rPr>
              <a:t>lo</a:t>
            </a:r>
            <a:r>
              <a:rPr lang="en-US" b="true" sz="2000" spc="18" strike="noStrike" u="none">
                <a:solidFill>
                  <a:srgbClr val="7B6861"/>
                </a:solidFill>
                <a:latin typeface="Quicksand Medium"/>
                <a:ea typeface="Quicksand Medium"/>
                <a:cs typeface="Quicksand Medium"/>
                <a:sym typeface="Quicksand Medium"/>
              </a:rPr>
              <a:t>r:</a:t>
            </a:r>
          </a:p>
          <a:p>
            <a:pPr algn="l" marL="0" indent="0" lvl="0">
              <a:lnSpc>
                <a:spcPts val="2720"/>
              </a:lnSpc>
            </a:pPr>
            <a:r>
              <a:rPr lang="en-US" b="true" sz="2000" spc="18" strike="noStrike" u="none">
                <a:solidFill>
                  <a:srgbClr val="7B6861"/>
                </a:solidFill>
                <a:latin typeface="Quicksand Medium"/>
                <a:ea typeface="Quicksand Medium"/>
                <a:cs typeface="Quicksand Medium"/>
                <a:sym typeface="Quicksand Medium"/>
              </a:rPr>
              <a:t>· D</a:t>
            </a:r>
            <a:r>
              <a:rPr lang="en-US" b="true" sz="2000" spc="18" strike="noStrike" u="none">
                <a:solidFill>
                  <a:srgbClr val="7B6861"/>
                </a:solidFill>
                <a:latin typeface="Quicksand Medium"/>
                <a:ea typeface="Quicksand Medium"/>
                <a:cs typeface="Quicksand Medium"/>
                <a:sym typeface="Quicksand Medium"/>
              </a:rPr>
              <a:t>i</a:t>
            </a:r>
            <a:r>
              <a:rPr lang="en-US" b="true" sz="2000" spc="18" strike="noStrike" u="none">
                <a:solidFill>
                  <a:srgbClr val="7B6861"/>
                </a:solidFill>
                <a:latin typeface="Quicksand Medium"/>
                <a:ea typeface="Quicksand Medium"/>
                <a:cs typeface="Quicksand Medium"/>
                <a:sym typeface="Quicksand Medium"/>
              </a:rPr>
              <a:t>rectin</a:t>
            </a:r>
            <a:r>
              <a:rPr lang="en-US" b="true" sz="2000" spc="18" strike="noStrike" u="none">
                <a:solidFill>
                  <a:srgbClr val="7B6861"/>
                </a:solidFill>
                <a:latin typeface="Quicksand Medium"/>
                <a:ea typeface="Quicksand Medium"/>
                <a:cs typeface="Quicksand Medium"/>
                <a:sym typeface="Quicksand Medium"/>
              </a:rPr>
              <a:t>g</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a </a:t>
            </a:r>
            <a:r>
              <a:rPr lang="en-US" b="true" sz="2000" spc="18" strike="noStrike" u="none">
                <a:solidFill>
                  <a:srgbClr val="7B6861"/>
                </a:solidFill>
                <a:latin typeface="Quicksand Medium"/>
                <a:ea typeface="Quicksand Medium"/>
                <a:cs typeface="Quicksand Medium"/>
                <a:sym typeface="Quicksand Medium"/>
              </a:rPr>
              <a:t>white b</a:t>
            </a:r>
            <a:r>
              <a:rPr lang="en-US" b="true" sz="2000" spc="18" strike="noStrike" u="none">
                <a:solidFill>
                  <a:srgbClr val="7B6861"/>
                </a:solidFill>
                <a:latin typeface="Quicksand Medium"/>
                <a:ea typeface="Quicksand Medium"/>
                <a:cs typeface="Quicksand Medium"/>
                <a:sym typeface="Quicksand Medium"/>
              </a:rPr>
              <a:t>a</a:t>
            </a:r>
            <a:r>
              <a:rPr lang="en-US" b="true" sz="2000" spc="18" strike="noStrike" u="none">
                <a:solidFill>
                  <a:srgbClr val="7B6861"/>
                </a:solidFill>
                <a:latin typeface="Quicksand Medium"/>
                <a:ea typeface="Quicksand Medium"/>
                <a:cs typeface="Quicksand Medium"/>
                <a:sym typeface="Quicksand Medium"/>
              </a:rPr>
              <a:t>ll </a:t>
            </a:r>
            <a:r>
              <a:rPr lang="en-US" b="true" sz="2000" spc="18" strike="noStrike" u="none">
                <a:solidFill>
                  <a:srgbClr val="7B6861"/>
                </a:solidFill>
                <a:latin typeface="Quicksand Medium"/>
                <a:ea typeface="Quicksand Medium"/>
                <a:cs typeface="Quicksand Medium"/>
                <a:sym typeface="Quicksand Medium"/>
              </a:rPr>
              <a:t>t</a:t>
            </a:r>
            <a:r>
              <a:rPr lang="en-US" b="true" sz="2000" spc="18" strike="noStrike" u="none">
                <a:solidFill>
                  <a:srgbClr val="7B6861"/>
                </a:solidFill>
                <a:latin typeface="Quicksand Medium"/>
                <a:ea typeface="Quicksand Medium"/>
                <a:cs typeface="Quicksand Medium"/>
                <a:sym typeface="Quicksand Medium"/>
              </a:rPr>
              <a:t>o</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the c</a:t>
            </a:r>
            <a:r>
              <a:rPr lang="en-US" b="true" sz="2000" spc="18" strike="noStrike" u="none">
                <a:solidFill>
                  <a:srgbClr val="7B6861"/>
                </a:solidFill>
                <a:latin typeface="Quicksand Medium"/>
                <a:ea typeface="Quicksand Medium"/>
                <a:cs typeface="Quicksand Medium"/>
                <a:sym typeface="Quicksand Medium"/>
              </a:rPr>
              <a:t>o</a:t>
            </a:r>
            <a:r>
              <a:rPr lang="en-US" b="true" sz="2000" spc="18" strike="noStrike" u="none">
                <a:solidFill>
                  <a:srgbClr val="7B6861"/>
                </a:solidFill>
                <a:latin typeface="Quicksand Medium"/>
                <a:ea typeface="Quicksand Medium"/>
                <a:cs typeface="Quicksand Medium"/>
                <a:sym typeface="Quicksand Medium"/>
              </a:rPr>
              <a:t>rrect s</a:t>
            </a:r>
            <a:r>
              <a:rPr lang="en-US" b="true" sz="2000" spc="18" strike="noStrike" u="none">
                <a:solidFill>
                  <a:srgbClr val="7B6861"/>
                </a:solidFill>
                <a:latin typeface="Quicksand Medium"/>
                <a:ea typeface="Quicksand Medium"/>
                <a:cs typeface="Quicksand Medium"/>
                <a:sym typeface="Quicksand Medium"/>
              </a:rPr>
              <a:t>lo</a:t>
            </a:r>
            <a:r>
              <a:rPr lang="en-US" b="true" sz="2000" spc="18" strike="noStrike" u="none">
                <a:solidFill>
                  <a:srgbClr val="7B6861"/>
                </a:solidFill>
                <a:latin typeface="Quicksand Medium"/>
                <a:ea typeface="Quicksand Medium"/>
                <a:cs typeface="Quicksand Medium"/>
                <a:sym typeface="Quicksand Medium"/>
              </a:rPr>
              <a:t>t inc</a:t>
            </a:r>
            <a:r>
              <a:rPr lang="en-US" b="true" sz="2000" spc="18" strike="noStrike" u="none">
                <a:solidFill>
                  <a:srgbClr val="7B6861"/>
                </a:solidFill>
                <a:latin typeface="Quicksand Medium"/>
                <a:ea typeface="Quicksand Medium"/>
                <a:cs typeface="Quicksand Medium"/>
                <a:sym typeface="Quicksand Medium"/>
              </a:rPr>
              <a:t>r</a:t>
            </a:r>
            <a:r>
              <a:rPr lang="en-US" b="true" sz="2000" spc="18" strike="noStrike" u="none">
                <a:solidFill>
                  <a:srgbClr val="7B6861"/>
                </a:solidFill>
                <a:latin typeface="Quicksand Medium"/>
                <a:ea typeface="Quicksand Medium"/>
                <a:cs typeface="Quicksand Medium"/>
                <a:sym typeface="Quicksand Medium"/>
              </a:rPr>
              <a:t>eases</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the sc</a:t>
            </a:r>
            <a:r>
              <a:rPr lang="en-US" b="true" sz="2000" spc="18" strike="noStrike" u="none">
                <a:solidFill>
                  <a:srgbClr val="7B6861"/>
                </a:solidFill>
                <a:latin typeface="Quicksand Medium"/>
                <a:ea typeface="Quicksand Medium"/>
                <a:cs typeface="Quicksand Medium"/>
                <a:sym typeface="Quicksand Medium"/>
              </a:rPr>
              <a:t>or</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 </a:t>
            </a:r>
          </a:p>
          <a:p>
            <a:pPr algn="l" marL="0" indent="0" lvl="0">
              <a:lnSpc>
                <a:spcPts val="2720"/>
              </a:lnSpc>
            </a:pPr>
            <a:r>
              <a:rPr lang="en-US" b="true" sz="2000" spc="18" strike="noStrike" u="none">
                <a:solidFill>
                  <a:srgbClr val="7B6861"/>
                </a:solidFill>
                <a:latin typeface="Quicksand Medium"/>
                <a:ea typeface="Quicksand Medium"/>
                <a:cs typeface="Quicksand Medium"/>
                <a:sym typeface="Quicksand Medium"/>
              </a:rPr>
              <a:t>· Dir</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c</a:t>
            </a:r>
            <a:r>
              <a:rPr lang="en-US" b="true" sz="2000" spc="18" strike="noStrike" u="none">
                <a:solidFill>
                  <a:srgbClr val="7B6861"/>
                </a:solidFill>
                <a:latin typeface="Quicksand Medium"/>
                <a:ea typeface="Quicksand Medium"/>
                <a:cs typeface="Quicksand Medium"/>
                <a:sym typeface="Quicksand Medium"/>
              </a:rPr>
              <a:t>t</a:t>
            </a:r>
            <a:r>
              <a:rPr lang="en-US" b="true" sz="2000" spc="18" strike="noStrike" u="none">
                <a:solidFill>
                  <a:srgbClr val="7B6861"/>
                </a:solidFill>
                <a:latin typeface="Quicksand Medium"/>
                <a:ea typeface="Quicksand Medium"/>
                <a:cs typeface="Quicksand Medium"/>
                <a:sym typeface="Quicksand Medium"/>
              </a:rPr>
              <a:t>ing</a:t>
            </a:r>
            <a:r>
              <a:rPr lang="en-US" b="true" sz="2000" spc="18" strike="noStrike" u="none">
                <a:solidFill>
                  <a:srgbClr val="7B6861"/>
                </a:solidFill>
                <a:latin typeface="Quicksand Medium"/>
                <a:ea typeface="Quicksand Medium"/>
                <a:cs typeface="Quicksand Medium"/>
                <a:sym typeface="Quicksand Medium"/>
              </a:rPr>
              <a:t> a</a:t>
            </a:r>
            <a:r>
              <a:rPr lang="en-US" b="true" sz="2000" spc="18" strike="noStrike" u="none">
                <a:solidFill>
                  <a:srgbClr val="7B6861"/>
                </a:solidFill>
                <a:latin typeface="Quicksand Medium"/>
                <a:ea typeface="Quicksand Medium"/>
                <a:cs typeface="Quicksand Medium"/>
                <a:sym typeface="Quicksand Medium"/>
              </a:rPr>
              <a:t> b</a:t>
            </a:r>
            <a:r>
              <a:rPr lang="en-US" b="true" sz="2000" spc="18" strike="noStrike" u="none">
                <a:solidFill>
                  <a:srgbClr val="7B6861"/>
                </a:solidFill>
                <a:latin typeface="Quicksand Medium"/>
                <a:ea typeface="Quicksand Medium"/>
                <a:cs typeface="Quicksand Medium"/>
                <a:sym typeface="Quicksand Medium"/>
              </a:rPr>
              <a:t>la</a:t>
            </a:r>
            <a:r>
              <a:rPr lang="en-US" b="true" sz="2000" spc="18" strike="noStrike" u="none">
                <a:solidFill>
                  <a:srgbClr val="7B6861"/>
                </a:solidFill>
                <a:latin typeface="Quicksand Medium"/>
                <a:ea typeface="Quicksand Medium"/>
                <a:cs typeface="Quicksand Medium"/>
                <a:sym typeface="Quicksand Medium"/>
              </a:rPr>
              <a:t>ck b</a:t>
            </a:r>
            <a:r>
              <a:rPr lang="en-US" b="true" sz="2000" spc="18" strike="noStrike" u="none">
                <a:solidFill>
                  <a:srgbClr val="7B6861"/>
                </a:solidFill>
                <a:latin typeface="Quicksand Medium"/>
                <a:ea typeface="Quicksand Medium"/>
                <a:cs typeface="Quicksand Medium"/>
                <a:sym typeface="Quicksand Medium"/>
              </a:rPr>
              <a:t>a</a:t>
            </a:r>
            <a:r>
              <a:rPr lang="en-US" b="true" sz="2000" spc="18" strike="noStrike" u="none">
                <a:solidFill>
                  <a:srgbClr val="7B6861"/>
                </a:solidFill>
                <a:latin typeface="Quicksand Medium"/>
                <a:ea typeface="Quicksand Medium"/>
                <a:cs typeface="Quicksand Medium"/>
                <a:sym typeface="Quicksand Medium"/>
              </a:rPr>
              <a:t>ll</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inco</a:t>
            </a:r>
            <a:r>
              <a:rPr lang="en-US" b="true" sz="2000" spc="18" strike="noStrike" u="none">
                <a:solidFill>
                  <a:srgbClr val="7B6861"/>
                </a:solidFill>
                <a:latin typeface="Quicksand Medium"/>
                <a:ea typeface="Quicksand Medium"/>
                <a:cs typeface="Quicksand Medium"/>
                <a:sym typeface="Quicksand Medium"/>
              </a:rPr>
              <a:t>r</a:t>
            </a:r>
            <a:r>
              <a:rPr lang="en-US" b="true" sz="2000" spc="18" strike="noStrike" u="none">
                <a:solidFill>
                  <a:srgbClr val="7B6861"/>
                </a:solidFill>
                <a:latin typeface="Quicksand Medium"/>
                <a:ea typeface="Quicksand Medium"/>
                <a:cs typeface="Quicksand Medium"/>
                <a:sym typeface="Quicksand Medium"/>
              </a:rPr>
              <a:t>r</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ct</a:t>
            </a:r>
            <a:r>
              <a:rPr lang="en-US" b="true" sz="2000" spc="18" strike="noStrike" u="none">
                <a:solidFill>
                  <a:srgbClr val="7B6861"/>
                </a:solidFill>
                <a:latin typeface="Quicksand Medium"/>
                <a:ea typeface="Quicksand Medium"/>
                <a:cs typeface="Quicksand Medium"/>
                <a:sym typeface="Quicksand Medium"/>
              </a:rPr>
              <a:t>l</a:t>
            </a:r>
            <a:r>
              <a:rPr lang="en-US" b="true" sz="2000" spc="18" strike="noStrike" u="none">
                <a:solidFill>
                  <a:srgbClr val="7B6861"/>
                </a:solidFill>
                <a:latin typeface="Quicksand Medium"/>
                <a:ea typeface="Quicksand Medium"/>
                <a:cs typeface="Quicksand Medium"/>
                <a:sym typeface="Quicksand Medium"/>
              </a:rPr>
              <a:t>y</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m</a:t>
            </a:r>
            <a:r>
              <a:rPr lang="en-US" b="true" sz="2000" spc="18" strike="noStrike" u="none">
                <a:solidFill>
                  <a:srgbClr val="7B6861"/>
                </a:solidFill>
                <a:latin typeface="Quicksand Medium"/>
                <a:ea typeface="Quicksand Medium"/>
                <a:cs typeface="Quicksand Medium"/>
                <a:sym typeface="Quicksand Medium"/>
              </a:rPr>
              <a:t>a</a:t>
            </a:r>
            <a:r>
              <a:rPr lang="en-US" b="true" sz="2000" spc="18" strike="noStrike" u="none">
                <a:solidFill>
                  <a:srgbClr val="7B6861"/>
                </a:solidFill>
                <a:latin typeface="Quicksand Medium"/>
                <a:ea typeface="Quicksand Medium"/>
                <a:cs typeface="Quicksand Medium"/>
                <a:sym typeface="Quicksand Medium"/>
              </a:rPr>
              <a:t>y</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redu</a:t>
            </a:r>
            <a:r>
              <a:rPr lang="en-US" b="true" sz="2000" spc="18" strike="noStrike" u="none">
                <a:solidFill>
                  <a:srgbClr val="7B6861"/>
                </a:solidFill>
                <a:latin typeface="Quicksand Medium"/>
                <a:ea typeface="Quicksand Medium"/>
                <a:cs typeface="Quicksand Medium"/>
                <a:sym typeface="Quicksand Medium"/>
              </a:rPr>
              <a:t>c</a:t>
            </a:r>
            <a:r>
              <a:rPr lang="en-US" b="true" sz="2000" spc="18" strike="noStrike" u="none">
                <a:solidFill>
                  <a:srgbClr val="7B6861"/>
                </a:solidFill>
                <a:latin typeface="Quicksand Medium"/>
                <a:ea typeface="Quicksand Medium"/>
                <a:cs typeface="Quicksand Medium"/>
                <a:sym typeface="Quicksand Medium"/>
              </a:rPr>
              <a:t>e the </a:t>
            </a:r>
            <a:r>
              <a:rPr lang="en-US" b="true" sz="2000" spc="18" strike="noStrike" u="none">
                <a:solidFill>
                  <a:srgbClr val="7B6861"/>
                </a:solidFill>
                <a:latin typeface="Quicksand Medium"/>
                <a:ea typeface="Quicksand Medium"/>
                <a:cs typeface="Quicksand Medium"/>
                <a:sym typeface="Quicksand Medium"/>
              </a:rPr>
              <a:t>s</a:t>
            </a:r>
            <a:r>
              <a:rPr lang="en-US" b="true" sz="2000" spc="18" strike="noStrike" u="none">
                <a:solidFill>
                  <a:srgbClr val="7B6861"/>
                </a:solidFill>
                <a:latin typeface="Quicksand Medium"/>
                <a:ea typeface="Quicksand Medium"/>
                <a:cs typeface="Quicksand Medium"/>
                <a:sym typeface="Quicksand Medium"/>
              </a:rPr>
              <a:t>core</a:t>
            </a:r>
            <a:r>
              <a:rPr lang="en-US" b="true" sz="2000" spc="18" strike="noStrike" u="none">
                <a:solidFill>
                  <a:srgbClr val="7B6861"/>
                </a:solidFill>
                <a:latin typeface="Quicksand Medium"/>
                <a:ea typeface="Quicksand Medium"/>
                <a:cs typeface="Quicksand Medium"/>
                <a:sym typeface="Quicksand Medium"/>
              </a:rPr>
              <a:t> </a:t>
            </a:r>
          </a:p>
          <a:p>
            <a:pPr algn="l" marL="0" indent="0" lvl="0">
              <a:lnSpc>
                <a:spcPts val="2720"/>
              </a:lnSpc>
            </a:pPr>
            <a:r>
              <a:rPr lang="en-US" b="true" sz="2000" spc="18" strike="noStrike" u="none">
                <a:solidFill>
                  <a:srgbClr val="7B6861"/>
                </a:solidFill>
                <a:latin typeface="Quicksand Medium"/>
                <a:ea typeface="Quicksand Medium"/>
                <a:cs typeface="Quicksand Medium"/>
                <a:sym typeface="Quicksand Medium"/>
              </a:rPr>
              <a:t>Thi</a:t>
            </a:r>
            <a:r>
              <a:rPr lang="en-US" b="true" sz="2000" spc="18" strike="noStrike" u="none">
                <a:solidFill>
                  <a:srgbClr val="7B6861"/>
                </a:solidFill>
                <a:latin typeface="Quicksand Medium"/>
                <a:ea typeface="Quicksand Medium"/>
                <a:cs typeface="Quicksand Medium"/>
                <a:sym typeface="Quicksand Medium"/>
              </a:rPr>
              <a:t>s</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i</a:t>
            </a:r>
            <a:r>
              <a:rPr lang="en-US" b="true" sz="2000" spc="18" strike="noStrike" u="none">
                <a:solidFill>
                  <a:srgbClr val="7B6861"/>
                </a:solidFill>
                <a:latin typeface="Quicksand Medium"/>
                <a:ea typeface="Quicksand Medium"/>
                <a:cs typeface="Quicksand Medium"/>
                <a:sym typeface="Quicksand Medium"/>
              </a:rPr>
              <a:t>n</a:t>
            </a:r>
            <a:r>
              <a:rPr lang="en-US" b="true" sz="2000" spc="18" strike="noStrike" u="none">
                <a:solidFill>
                  <a:srgbClr val="7B6861"/>
                </a:solidFill>
                <a:latin typeface="Quicksand Medium"/>
                <a:ea typeface="Quicksand Medium"/>
                <a:cs typeface="Quicksand Medium"/>
                <a:sym typeface="Quicksand Medium"/>
              </a:rPr>
              <a:t>t</a:t>
            </a:r>
            <a:r>
              <a:rPr lang="en-US" b="true" sz="2000" spc="18" strike="noStrike" u="none">
                <a:solidFill>
                  <a:srgbClr val="7B6861"/>
                </a:solidFill>
                <a:latin typeface="Quicksand Medium"/>
                <a:ea typeface="Quicksand Medium"/>
                <a:cs typeface="Quicksand Medium"/>
                <a:sym typeface="Quicksand Medium"/>
              </a:rPr>
              <a:t>roduces</a:t>
            </a:r>
            <a:r>
              <a:rPr lang="en-US" b="true" sz="2000" spc="18" strike="noStrike" u="none">
                <a:solidFill>
                  <a:srgbClr val="7B6861"/>
                </a:solidFill>
                <a:latin typeface="Quicksand Medium"/>
                <a:ea typeface="Quicksand Medium"/>
                <a:cs typeface="Quicksand Medium"/>
                <a:sym typeface="Quicksand Medium"/>
              </a:rPr>
              <a:t> a</a:t>
            </a:r>
            <a:r>
              <a:rPr lang="en-US" b="true" sz="2000" spc="18" strike="noStrike" u="none">
                <a:solidFill>
                  <a:srgbClr val="7B6861"/>
                </a:solidFill>
                <a:latin typeface="Quicksand Medium"/>
                <a:ea typeface="Quicksand Medium"/>
                <a:cs typeface="Quicksand Medium"/>
                <a:sym typeface="Quicksand Medium"/>
              </a:rPr>
              <a:t>n ele</a:t>
            </a:r>
            <a:r>
              <a:rPr lang="en-US" b="true" sz="2000" spc="18" strike="noStrike" u="none">
                <a:solidFill>
                  <a:srgbClr val="7B6861"/>
                </a:solidFill>
                <a:latin typeface="Quicksand Medium"/>
                <a:ea typeface="Quicksand Medium"/>
                <a:cs typeface="Quicksand Medium"/>
                <a:sym typeface="Quicksand Medium"/>
              </a:rPr>
              <a:t>me</a:t>
            </a:r>
            <a:r>
              <a:rPr lang="en-US" b="true" sz="2000" spc="18" strike="noStrike" u="none">
                <a:solidFill>
                  <a:srgbClr val="7B6861"/>
                </a:solidFill>
                <a:latin typeface="Quicksand Medium"/>
                <a:ea typeface="Quicksand Medium"/>
                <a:cs typeface="Quicksand Medium"/>
                <a:sym typeface="Quicksand Medium"/>
              </a:rPr>
              <a:t>n</a:t>
            </a:r>
            <a:r>
              <a:rPr lang="en-US" b="true" sz="2000" spc="18" strike="noStrike" u="none">
                <a:solidFill>
                  <a:srgbClr val="7B6861"/>
                </a:solidFill>
                <a:latin typeface="Quicksand Medium"/>
                <a:ea typeface="Quicksand Medium"/>
                <a:cs typeface="Quicksand Medium"/>
                <a:sym typeface="Quicksand Medium"/>
              </a:rPr>
              <a:t>t </a:t>
            </a:r>
            <a:r>
              <a:rPr lang="en-US" b="true" sz="2000" spc="18" strike="noStrike" u="none">
                <a:solidFill>
                  <a:srgbClr val="7B6861"/>
                </a:solidFill>
                <a:latin typeface="Quicksand Medium"/>
                <a:ea typeface="Quicksand Medium"/>
                <a:cs typeface="Quicksand Medium"/>
                <a:sym typeface="Quicksand Medium"/>
              </a:rPr>
              <a:t>of</a:t>
            </a:r>
            <a:r>
              <a:rPr lang="en-US" b="true" sz="2000" spc="18" strike="noStrike" u="none">
                <a:solidFill>
                  <a:srgbClr val="7B6861"/>
                </a:solidFill>
                <a:latin typeface="Quicksand Medium"/>
                <a:ea typeface="Quicksand Medium"/>
                <a:cs typeface="Quicksand Medium"/>
                <a:sym typeface="Quicksand Medium"/>
              </a:rPr>
              <a:t> t</a:t>
            </a:r>
            <a:r>
              <a:rPr lang="en-US" b="true" sz="2000" spc="18" strike="noStrike" u="none">
                <a:solidFill>
                  <a:srgbClr val="7B6861"/>
                </a:solidFill>
                <a:latin typeface="Quicksand Medium"/>
                <a:ea typeface="Quicksand Medium"/>
                <a:cs typeface="Quicksand Medium"/>
                <a:sym typeface="Quicksand Medium"/>
              </a:rPr>
              <a:t>i</a:t>
            </a:r>
            <a:r>
              <a:rPr lang="en-US" b="true" sz="2000" spc="18" strike="noStrike" u="none">
                <a:solidFill>
                  <a:srgbClr val="7B6861"/>
                </a:solidFill>
                <a:latin typeface="Quicksand Medium"/>
                <a:ea typeface="Quicksand Medium"/>
                <a:cs typeface="Quicksand Medium"/>
                <a:sym typeface="Quicksand Medium"/>
              </a:rPr>
              <a:t>m</a:t>
            </a:r>
            <a:r>
              <a:rPr lang="en-US" b="true" sz="2000" spc="18" strike="noStrike" u="none">
                <a:solidFill>
                  <a:srgbClr val="7B6861"/>
                </a:solidFill>
                <a:latin typeface="Quicksand Medium"/>
                <a:ea typeface="Quicksand Medium"/>
                <a:cs typeface="Quicksand Medium"/>
                <a:sym typeface="Quicksand Medium"/>
              </a:rPr>
              <a:t>ing, c</a:t>
            </a:r>
            <a:r>
              <a:rPr lang="en-US" b="true" sz="2000" spc="18" strike="noStrike" u="none">
                <a:solidFill>
                  <a:srgbClr val="7B6861"/>
                </a:solidFill>
                <a:latin typeface="Quicksand Medium"/>
                <a:ea typeface="Quicksand Medium"/>
                <a:cs typeface="Quicksand Medium"/>
                <a:sym typeface="Quicksand Medium"/>
              </a:rPr>
              <a:t>o</a:t>
            </a:r>
            <a:r>
              <a:rPr lang="en-US" b="true" sz="2000" spc="18" strike="noStrike" u="none">
                <a:solidFill>
                  <a:srgbClr val="7B6861"/>
                </a:solidFill>
                <a:latin typeface="Quicksand Medium"/>
                <a:ea typeface="Quicksand Medium"/>
                <a:cs typeface="Quicksand Medium"/>
                <a:sym typeface="Quicksand Medium"/>
              </a:rPr>
              <a:t>nt</a:t>
            </a:r>
            <a:r>
              <a:rPr lang="en-US" b="true" sz="2000" spc="18" strike="noStrike" u="none">
                <a:solidFill>
                  <a:srgbClr val="7B6861"/>
                </a:solidFill>
                <a:latin typeface="Quicksand Medium"/>
                <a:ea typeface="Quicksand Medium"/>
                <a:cs typeface="Quicksand Medium"/>
                <a:sym typeface="Quicksand Medium"/>
              </a:rPr>
              <a:t>rol</a:t>
            </a:r>
            <a:r>
              <a:rPr lang="en-US" b="true" sz="2000" spc="18" strike="noStrike" u="none">
                <a:solidFill>
                  <a:srgbClr val="7B6861"/>
                </a:solidFill>
                <a:latin typeface="Quicksand Medium"/>
                <a:ea typeface="Quicksand Medium"/>
                <a:cs typeface="Quicksand Medium"/>
                <a:sym typeface="Quicksand Medium"/>
              </a:rPr>
              <a:t>, and qu</a:t>
            </a:r>
            <a:r>
              <a:rPr lang="en-US" b="true" sz="2000" spc="18" strike="noStrike" u="none">
                <a:solidFill>
                  <a:srgbClr val="7B6861"/>
                </a:solidFill>
                <a:latin typeface="Quicksand Medium"/>
                <a:ea typeface="Quicksand Medium"/>
                <a:cs typeface="Quicksand Medium"/>
                <a:sym typeface="Quicksand Medium"/>
              </a:rPr>
              <a:t>ic</a:t>
            </a:r>
            <a:r>
              <a:rPr lang="en-US" b="true" sz="2000" spc="18" strike="noStrike" u="none">
                <a:solidFill>
                  <a:srgbClr val="7B6861"/>
                </a:solidFill>
                <a:latin typeface="Quicksand Medium"/>
                <a:ea typeface="Quicksand Medium"/>
                <a:cs typeface="Quicksand Medium"/>
                <a:sym typeface="Quicksand Medium"/>
              </a:rPr>
              <a:t>k dec</a:t>
            </a:r>
            <a:r>
              <a:rPr lang="en-US" b="true" sz="2000" spc="18" strike="noStrike" u="none">
                <a:solidFill>
                  <a:srgbClr val="7B6861"/>
                </a:solidFill>
                <a:latin typeface="Quicksand Medium"/>
                <a:ea typeface="Quicksand Medium"/>
                <a:cs typeface="Quicksand Medium"/>
                <a:sym typeface="Quicksand Medium"/>
              </a:rPr>
              <a:t>i</a:t>
            </a:r>
            <a:r>
              <a:rPr lang="en-US" b="true" sz="2000" spc="18" strike="noStrike" u="none">
                <a:solidFill>
                  <a:srgbClr val="7B6861"/>
                </a:solidFill>
                <a:latin typeface="Quicksand Medium"/>
                <a:ea typeface="Quicksand Medium"/>
                <a:cs typeface="Quicksand Medium"/>
                <a:sym typeface="Quicksand Medium"/>
              </a:rPr>
              <a:t>s</a:t>
            </a:r>
            <a:r>
              <a:rPr lang="en-US" b="true" sz="2000" spc="18" strike="noStrike" u="none">
                <a:solidFill>
                  <a:srgbClr val="7B6861"/>
                </a:solidFill>
                <a:latin typeface="Quicksand Medium"/>
                <a:ea typeface="Quicksand Medium"/>
                <a:cs typeface="Quicksand Medium"/>
                <a:sym typeface="Quicksand Medium"/>
              </a:rPr>
              <a:t>i</a:t>
            </a:r>
            <a:r>
              <a:rPr lang="en-US" b="true" sz="2000" spc="18" strike="noStrike" u="none">
                <a:solidFill>
                  <a:srgbClr val="7B6861"/>
                </a:solidFill>
                <a:latin typeface="Quicksand Medium"/>
                <a:ea typeface="Quicksand Medium"/>
                <a:cs typeface="Quicksand Medium"/>
                <a:sym typeface="Quicksand Medium"/>
              </a:rPr>
              <a:t>o</a:t>
            </a:r>
            <a:r>
              <a:rPr lang="en-US" b="true" sz="2000" spc="18" strike="noStrike" u="none">
                <a:solidFill>
                  <a:srgbClr val="7B6861"/>
                </a:solidFill>
                <a:latin typeface="Quicksand Medium"/>
                <a:ea typeface="Quicksand Medium"/>
                <a:cs typeface="Quicksand Medium"/>
                <a:sym typeface="Quicksand Medium"/>
              </a:rPr>
              <a:t>n</a:t>
            </a:r>
            <a:r>
              <a:rPr lang="en-US" b="true" sz="2000" spc="18" strike="noStrike" u="none">
                <a:solidFill>
                  <a:srgbClr val="7B6861"/>
                </a:solidFill>
                <a:latin typeface="Quicksand Medium"/>
                <a:ea typeface="Quicksand Medium"/>
                <a:cs typeface="Quicksand Medium"/>
                <a:sym typeface="Quicksand Medium"/>
              </a:rPr>
              <a:t>-m</a:t>
            </a:r>
            <a:r>
              <a:rPr lang="en-US" b="true" sz="2000" spc="18" strike="noStrike" u="none">
                <a:solidFill>
                  <a:srgbClr val="7B6861"/>
                </a:solidFill>
                <a:latin typeface="Quicksand Medium"/>
                <a:ea typeface="Quicksand Medium"/>
                <a:cs typeface="Quicksand Medium"/>
                <a:sym typeface="Quicksand Medium"/>
              </a:rPr>
              <a:t>a</a:t>
            </a:r>
            <a:r>
              <a:rPr lang="en-US" b="true" sz="2000" spc="18" strike="noStrike" u="none">
                <a:solidFill>
                  <a:srgbClr val="7B6861"/>
                </a:solidFill>
                <a:latin typeface="Quicksand Medium"/>
                <a:ea typeface="Quicksand Medium"/>
                <a:cs typeface="Quicksand Medium"/>
                <a:sym typeface="Quicksand Medium"/>
              </a:rPr>
              <a:t>k</a:t>
            </a:r>
            <a:r>
              <a:rPr lang="en-US" b="true" sz="2000" spc="18" strike="noStrike" u="none">
                <a:solidFill>
                  <a:srgbClr val="7B6861"/>
                </a:solidFill>
                <a:latin typeface="Quicksand Medium"/>
                <a:ea typeface="Quicksand Medium"/>
                <a:cs typeface="Quicksand Medium"/>
                <a:sym typeface="Quicksand Medium"/>
              </a:rPr>
              <a:t>i</a:t>
            </a:r>
            <a:r>
              <a:rPr lang="en-US" b="true" sz="2000" spc="18" strike="noStrike" u="none">
                <a:solidFill>
                  <a:srgbClr val="7B6861"/>
                </a:solidFill>
                <a:latin typeface="Quicksand Medium"/>
                <a:ea typeface="Quicksand Medium"/>
                <a:cs typeface="Quicksand Medium"/>
                <a:sym typeface="Quicksand Medium"/>
              </a:rPr>
              <a:t>ng, </a:t>
            </a:r>
            <a:r>
              <a:rPr lang="en-US" b="true" sz="2000" spc="18" strike="noStrike" u="none">
                <a:solidFill>
                  <a:srgbClr val="7B6861"/>
                </a:solidFill>
                <a:latin typeface="Quicksand Medium"/>
                <a:ea typeface="Quicksand Medium"/>
                <a:cs typeface="Quicksand Medium"/>
                <a:sym typeface="Quicksand Medium"/>
              </a:rPr>
              <a:t>m</a:t>
            </a:r>
            <a:r>
              <a:rPr lang="en-US" b="true" sz="2000" spc="18" strike="noStrike" u="none">
                <a:solidFill>
                  <a:srgbClr val="7B6861"/>
                </a:solidFill>
                <a:latin typeface="Quicksand Medium"/>
                <a:ea typeface="Quicksand Medium"/>
                <a:cs typeface="Quicksand Medium"/>
                <a:sym typeface="Quicksand Medium"/>
              </a:rPr>
              <a:t>aking</a:t>
            </a:r>
            <a:r>
              <a:rPr lang="en-US" b="true" sz="2000" spc="18" strike="noStrike" u="none">
                <a:solidFill>
                  <a:srgbClr val="7B6861"/>
                </a:solidFill>
                <a:latin typeface="Quicksand Medium"/>
                <a:ea typeface="Quicksand Medium"/>
                <a:cs typeface="Quicksand Medium"/>
                <a:sym typeface="Quicksand Medium"/>
              </a:rPr>
              <a:t> t</a:t>
            </a:r>
            <a:r>
              <a:rPr lang="en-US" b="true" sz="2000" spc="18" strike="noStrike" u="none">
                <a:solidFill>
                  <a:srgbClr val="7B6861"/>
                </a:solidFill>
                <a:latin typeface="Quicksand Medium"/>
                <a:ea typeface="Quicksand Medium"/>
                <a:cs typeface="Quicksand Medium"/>
                <a:sym typeface="Quicksand Medium"/>
              </a:rPr>
              <a:t>h</a:t>
            </a:r>
            <a:r>
              <a:rPr lang="en-US" b="true" sz="2000" spc="18" strike="noStrike" u="none">
                <a:solidFill>
                  <a:srgbClr val="7B6861"/>
                </a:solidFill>
                <a:latin typeface="Quicksand Medium"/>
                <a:ea typeface="Quicksand Medium"/>
                <a:cs typeface="Quicksand Medium"/>
                <a:sym typeface="Quicksand Medium"/>
              </a:rPr>
              <a:t>e</a:t>
            </a:r>
            <a:r>
              <a:rPr lang="en-US" b="true" sz="2000" spc="18" strike="noStrike" u="none">
                <a:solidFill>
                  <a:srgbClr val="7B6861"/>
                </a:solidFill>
                <a:latin typeface="Quicksand Medium"/>
                <a:ea typeface="Quicksand Medium"/>
                <a:cs typeface="Quicksand Medium"/>
                <a:sym typeface="Quicksand Medium"/>
              </a:rPr>
              <a:t> ga</a:t>
            </a:r>
            <a:r>
              <a:rPr lang="en-US" b="true" sz="2000" spc="18" strike="noStrike" u="none">
                <a:solidFill>
                  <a:srgbClr val="7B6861"/>
                </a:solidFill>
                <a:latin typeface="Quicksand Medium"/>
                <a:ea typeface="Quicksand Medium"/>
                <a:cs typeface="Quicksand Medium"/>
                <a:sym typeface="Quicksand Medium"/>
              </a:rPr>
              <a:t>m</a:t>
            </a:r>
            <a:r>
              <a:rPr lang="en-US" b="true" sz="2000" spc="18" strike="noStrike" u="none">
                <a:solidFill>
                  <a:srgbClr val="7B6861"/>
                </a:solidFill>
                <a:latin typeface="Quicksand Medium"/>
                <a:ea typeface="Quicksand Medium"/>
                <a:cs typeface="Quicksand Medium"/>
                <a:sym typeface="Quicksand Medium"/>
              </a:rPr>
              <a:t>e b</a:t>
            </a:r>
            <a:r>
              <a:rPr lang="en-US" b="true" sz="2000" spc="18" strike="noStrike" u="none">
                <a:solidFill>
                  <a:srgbClr val="7B6861"/>
                </a:solidFill>
                <a:latin typeface="Quicksand Medium"/>
                <a:ea typeface="Quicksand Medium"/>
                <a:cs typeface="Quicksand Medium"/>
                <a:sym typeface="Quicksand Medium"/>
              </a:rPr>
              <a:t>o</a:t>
            </a:r>
            <a:r>
              <a:rPr lang="en-US" b="true" sz="2000" spc="18" strike="noStrike" u="none">
                <a:solidFill>
                  <a:srgbClr val="7B6861"/>
                </a:solidFill>
                <a:latin typeface="Quicksand Medium"/>
                <a:ea typeface="Quicksand Medium"/>
                <a:cs typeface="Quicksand Medium"/>
                <a:sym typeface="Quicksand Medium"/>
              </a:rPr>
              <a:t>th</a:t>
            </a:r>
            <a:r>
              <a:rPr lang="en-US" b="true" sz="2000" spc="18" strike="noStrike" u="none">
                <a:solidFill>
                  <a:srgbClr val="7B6861"/>
                </a:solidFill>
                <a:latin typeface="Quicksand Medium"/>
                <a:ea typeface="Quicksand Medium"/>
                <a:cs typeface="Quicksand Medium"/>
                <a:sym typeface="Quicksand Medium"/>
              </a:rPr>
              <a:t> </a:t>
            </a:r>
            <a:r>
              <a:rPr lang="en-US" b="true" sz="2000" spc="18" strike="noStrike" u="none">
                <a:solidFill>
                  <a:srgbClr val="7B6861"/>
                </a:solidFill>
                <a:latin typeface="Quicksand Medium"/>
                <a:ea typeface="Quicksand Medium"/>
                <a:cs typeface="Quicksand Medium"/>
                <a:sym typeface="Quicksand Medium"/>
              </a:rPr>
              <a:t>chal</a:t>
            </a:r>
            <a:r>
              <a:rPr lang="en-US" b="true" sz="2000" spc="18" strike="noStrike" u="none">
                <a:solidFill>
                  <a:srgbClr val="7B6861"/>
                </a:solidFill>
                <a:latin typeface="Quicksand Medium"/>
                <a:ea typeface="Quicksand Medium"/>
                <a:cs typeface="Quicksand Medium"/>
                <a:sym typeface="Quicksand Medium"/>
              </a:rPr>
              <a:t>l</a:t>
            </a:r>
            <a:r>
              <a:rPr lang="en-US" b="true" sz="2000" spc="18" strike="noStrike" u="none">
                <a:solidFill>
                  <a:srgbClr val="7B6861"/>
                </a:solidFill>
                <a:latin typeface="Quicksand Medium"/>
                <a:ea typeface="Quicksand Medium"/>
                <a:cs typeface="Quicksand Medium"/>
                <a:sym typeface="Quicksand Medium"/>
              </a:rPr>
              <a:t>eng</a:t>
            </a:r>
            <a:r>
              <a:rPr lang="en-US" b="true" sz="2000" spc="18" strike="noStrike" u="none">
                <a:solidFill>
                  <a:srgbClr val="7B6861"/>
                </a:solidFill>
                <a:latin typeface="Quicksand Medium"/>
                <a:ea typeface="Quicksand Medium"/>
                <a:cs typeface="Quicksand Medium"/>
                <a:sym typeface="Quicksand Medium"/>
              </a:rPr>
              <a:t>i</a:t>
            </a:r>
            <a:r>
              <a:rPr lang="en-US" b="true" sz="2000" spc="18" strike="noStrike" u="none">
                <a:solidFill>
                  <a:srgbClr val="7B6861"/>
                </a:solidFill>
                <a:latin typeface="Quicksand Medium"/>
                <a:ea typeface="Quicksand Medium"/>
                <a:cs typeface="Quicksand Medium"/>
                <a:sym typeface="Quicksand Medium"/>
              </a:rPr>
              <a:t>ng</a:t>
            </a:r>
            <a:r>
              <a:rPr lang="en-US" b="true" sz="2000" spc="18" strike="noStrike" u="none">
                <a:solidFill>
                  <a:srgbClr val="7B6861"/>
                </a:solidFill>
                <a:latin typeface="Quicksand Medium"/>
                <a:ea typeface="Quicksand Medium"/>
                <a:cs typeface="Quicksand Medium"/>
                <a:sym typeface="Quicksand Medium"/>
              </a:rPr>
              <a:t> and e</a:t>
            </a:r>
            <a:r>
              <a:rPr lang="en-US" b="true" sz="2000" spc="18" strike="noStrike" u="none">
                <a:solidFill>
                  <a:srgbClr val="7B6861"/>
                </a:solidFill>
                <a:latin typeface="Quicksand Medium"/>
                <a:ea typeface="Quicksand Medium"/>
                <a:cs typeface="Quicksand Medium"/>
                <a:sym typeface="Quicksand Medium"/>
              </a:rPr>
              <a:t>n</a:t>
            </a:r>
            <a:r>
              <a:rPr lang="en-US" b="true" sz="2000" spc="18" strike="noStrike" u="none">
                <a:solidFill>
                  <a:srgbClr val="7B6861"/>
                </a:solidFill>
                <a:latin typeface="Quicksand Medium"/>
                <a:ea typeface="Quicksand Medium"/>
                <a:cs typeface="Quicksand Medium"/>
                <a:sym typeface="Quicksand Medium"/>
              </a:rPr>
              <a:t>ga</a:t>
            </a:r>
            <a:r>
              <a:rPr lang="en-US" b="true" sz="2000" spc="18" strike="noStrike" u="none">
                <a:solidFill>
                  <a:srgbClr val="7B6861"/>
                </a:solidFill>
                <a:latin typeface="Quicksand Medium"/>
                <a:ea typeface="Quicksand Medium"/>
                <a:cs typeface="Quicksand Medium"/>
                <a:sym typeface="Quicksand Medium"/>
              </a:rPr>
              <a:t>ging</a:t>
            </a:r>
            <a:r>
              <a:rPr lang="en-US" b="true" sz="2000" spc="18" strike="noStrike" u="none">
                <a:solidFill>
                  <a:srgbClr val="7B6861"/>
                </a:solidFill>
                <a:latin typeface="Quicksand Medium"/>
                <a:ea typeface="Quicksand Medium"/>
                <a:cs typeface="Quicksand Medium"/>
                <a:sym typeface="Quicksand Medium"/>
              </a:rPr>
              <a:t>.</a:t>
            </a:r>
          </a:p>
          <a:p>
            <a:pPr algn="l" marL="0" indent="0" lvl="0">
              <a:lnSpc>
                <a:spcPts val="2720"/>
              </a:lnSpc>
            </a:pPr>
          </a:p>
        </p:txBody>
      </p:sp>
      <p:sp>
        <p:nvSpPr>
          <p:cNvPr name="Freeform 25" id="25"/>
          <p:cNvSpPr/>
          <p:nvPr/>
        </p:nvSpPr>
        <p:spPr>
          <a:xfrm flipH="false" flipV="false" rot="3107383">
            <a:off x="-1808878" y="-707097"/>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6" id="26"/>
          <p:cNvSpPr/>
          <p:nvPr/>
        </p:nvSpPr>
        <p:spPr>
          <a:xfrm flipH="false" flipV="false" rot="-1302171">
            <a:off x="6208123" y="-1475183"/>
            <a:ext cx="3696358" cy="2950366"/>
          </a:xfrm>
          <a:custGeom>
            <a:avLst/>
            <a:gdLst/>
            <a:ahLst/>
            <a:cxnLst/>
            <a:rect r="r" b="b" t="t" l="l"/>
            <a:pathLst>
              <a:path h="2950366" w="3696358">
                <a:moveTo>
                  <a:pt x="0" y="0"/>
                </a:moveTo>
                <a:lnTo>
                  <a:pt x="3696358" y="0"/>
                </a:lnTo>
                <a:lnTo>
                  <a:pt x="3696358" y="2950366"/>
                </a:lnTo>
                <a:lnTo>
                  <a:pt x="0" y="29503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9EB6B6"/>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3107383">
            <a:off x="-1604021" y="-2270324"/>
            <a:ext cx="4241006" cy="4459949"/>
          </a:xfrm>
          <a:custGeom>
            <a:avLst/>
            <a:gdLst/>
            <a:ahLst/>
            <a:cxnLst/>
            <a:rect r="r" b="b" t="t" l="l"/>
            <a:pathLst>
              <a:path h="4459949" w="4241006">
                <a:moveTo>
                  <a:pt x="0" y="0"/>
                </a:moveTo>
                <a:lnTo>
                  <a:pt x="4241005" y="0"/>
                </a:lnTo>
                <a:lnTo>
                  <a:pt x="4241005" y="4459948"/>
                </a:lnTo>
                <a:lnTo>
                  <a:pt x="0" y="4459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584346">
            <a:off x="14375501" y="-185488"/>
            <a:ext cx="4149033" cy="3779392"/>
          </a:xfrm>
          <a:custGeom>
            <a:avLst/>
            <a:gdLst/>
            <a:ahLst/>
            <a:cxnLst/>
            <a:rect r="r" b="b" t="t" l="l"/>
            <a:pathLst>
              <a:path h="3779392" w="4149033">
                <a:moveTo>
                  <a:pt x="0" y="0"/>
                </a:moveTo>
                <a:lnTo>
                  <a:pt x="4149033" y="0"/>
                </a:lnTo>
                <a:lnTo>
                  <a:pt x="4149033" y="3779391"/>
                </a:lnTo>
                <a:lnTo>
                  <a:pt x="0" y="377939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1302171">
            <a:off x="5033140" y="-1475183"/>
            <a:ext cx="3696358" cy="2950366"/>
          </a:xfrm>
          <a:custGeom>
            <a:avLst/>
            <a:gdLst/>
            <a:ahLst/>
            <a:cxnLst/>
            <a:rect r="r" b="b" t="t" l="l"/>
            <a:pathLst>
              <a:path h="2950366" w="3696358">
                <a:moveTo>
                  <a:pt x="0" y="0"/>
                </a:moveTo>
                <a:lnTo>
                  <a:pt x="3696357" y="0"/>
                </a:lnTo>
                <a:lnTo>
                  <a:pt x="3696357" y="2950366"/>
                </a:lnTo>
                <a:lnTo>
                  <a:pt x="0" y="2950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7" id="17"/>
          <p:cNvSpPr txBox="true"/>
          <p:nvPr/>
        </p:nvSpPr>
        <p:spPr>
          <a:xfrm rot="0">
            <a:off x="2139042" y="572641"/>
            <a:ext cx="6190952" cy="2501259"/>
          </a:xfrm>
          <a:prstGeom prst="rect">
            <a:avLst/>
          </a:prstGeom>
        </p:spPr>
        <p:txBody>
          <a:bodyPr anchor="t" rtlCol="false" tIns="0" lIns="0" bIns="0" rIns="0">
            <a:spAutoFit/>
          </a:bodyPr>
          <a:lstStyle/>
          <a:p>
            <a:pPr algn="ctr">
              <a:lnSpc>
                <a:spcPts val="9501"/>
              </a:lnSpc>
            </a:pPr>
            <a:r>
              <a:rPr lang="en-US" sz="10108" spc="-505">
                <a:solidFill>
                  <a:srgbClr val="FFFFFF"/>
                </a:solidFill>
                <a:latin typeface="210 클레이토이"/>
                <a:ea typeface="210 클레이토이"/>
                <a:cs typeface="210 클레이토이"/>
                <a:sym typeface="210 클레이토이"/>
              </a:rPr>
              <a:t>USER RESEARCH</a:t>
            </a:r>
          </a:p>
        </p:txBody>
      </p:sp>
      <p:sp>
        <p:nvSpPr>
          <p:cNvPr name="Freeform 18" id="18"/>
          <p:cNvSpPr/>
          <p:nvPr/>
        </p:nvSpPr>
        <p:spPr>
          <a:xfrm flipH="false" flipV="false" rot="0">
            <a:off x="1825707" y="2799085"/>
            <a:ext cx="6695646" cy="730434"/>
          </a:xfrm>
          <a:custGeom>
            <a:avLst/>
            <a:gdLst/>
            <a:ahLst/>
            <a:cxnLst/>
            <a:rect r="r" b="b" t="t" l="l"/>
            <a:pathLst>
              <a:path h="730434" w="6695646">
                <a:moveTo>
                  <a:pt x="0" y="0"/>
                </a:moveTo>
                <a:lnTo>
                  <a:pt x="6695646" y="0"/>
                </a:lnTo>
                <a:lnTo>
                  <a:pt x="6695646" y="730435"/>
                </a:lnTo>
                <a:lnTo>
                  <a:pt x="0" y="73043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1" id="21"/>
          <p:cNvGrpSpPr/>
          <p:nvPr/>
        </p:nvGrpSpPr>
        <p:grpSpPr>
          <a:xfrm rot="0">
            <a:off x="619558" y="3714702"/>
            <a:ext cx="8727928" cy="5219534"/>
            <a:chOff x="0" y="0"/>
            <a:chExt cx="2298714" cy="1374692"/>
          </a:xfrm>
        </p:grpSpPr>
        <p:sp>
          <p:nvSpPr>
            <p:cNvPr name="Freeform 22" id="22"/>
            <p:cNvSpPr/>
            <p:nvPr/>
          </p:nvSpPr>
          <p:spPr>
            <a:xfrm flipH="false" flipV="false" rot="0">
              <a:off x="0" y="0"/>
              <a:ext cx="2298714" cy="1374692"/>
            </a:xfrm>
            <a:custGeom>
              <a:avLst/>
              <a:gdLst/>
              <a:ahLst/>
              <a:cxnLst/>
              <a:rect r="r" b="b" t="t" l="l"/>
              <a:pathLst>
                <a:path h="1374692" w="2298714">
                  <a:moveTo>
                    <a:pt x="28385" y="0"/>
                  </a:moveTo>
                  <a:lnTo>
                    <a:pt x="2270329" y="0"/>
                  </a:lnTo>
                  <a:cubicBezTo>
                    <a:pt x="2277857" y="0"/>
                    <a:pt x="2285077" y="2991"/>
                    <a:pt x="2290400" y="8314"/>
                  </a:cubicBezTo>
                  <a:cubicBezTo>
                    <a:pt x="2295723" y="13637"/>
                    <a:pt x="2298714" y="20857"/>
                    <a:pt x="2298714" y="28385"/>
                  </a:cubicBezTo>
                  <a:lnTo>
                    <a:pt x="2298714" y="1346307"/>
                  </a:lnTo>
                  <a:cubicBezTo>
                    <a:pt x="2298714" y="1361984"/>
                    <a:pt x="2286005" y="1374692"/>
                    <a:pt x="2270329" y="1374692"/>
                  </a:cubicBezTo>
                  <a:lnTo>
                    <a:pt x="28385" y="1374692"/>
                  </a:lnTo>
                  <a:cubicBezTo>
                    <a:pt x="12708" y="1374692"/>
                    <a:pt x="0" y="1361984"/>
                    <a:pt x="0" y="1346307"/>
                  </a:cubicBezTo>
                  <a:lnTo>
                    <a:pt x="0" y="28385"/>
                  </a:lnTo>
                  <a:cubicBezTo>
                    <a:pt x="0" y="12708"/>
                    <a:pt x="12708" y="0"/>
                    <a:pt x="28385" y="0"/>
                  </a:cubicBezTo>
                  <a:close/>
                </a:path>
              </a:pathLst>
            </a:custGeom>
            <a:solidFill>
              <a:srgbClr val="FFFFFF"/>
            </a:solidFill>
            <a:ln w="47625" cap="rnd">
              <a:solidFill>
                <a:srgbClr val="998178"/>
              </a:solidFill>
              <a:prstDash val="solid"/>
              <a:round/>
            </a:ln>
          </p:spPr>
        </p:sp>
        <p:sp>
          <p:nvSpPr>
            <p:cNvPr name="TextBox 23" id="23"/>
            <p:cNvSpPr txBox="true"/>
            <p:nvPr/>
          </p:nvSpPr>
          <p:spPr>
            <a:xfrm>
              <a:off x="0" y="-38100"/>
              <a:ext cx="2298714" cy="1412792"/>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9585348" y="-1689219"/>
            <a:ext cx="8143755" cy="11388753"/>
            <a:chOff x="0" y="0"/>
            <a:chExt cx="2144857" cy="2999507"/>
          </a:xfrm>
        </p:grpSpPr>
        <p:sp>
          <p:nvSpPr>
            <p:cNvPr name="Freeform 25" id="25"/>
            <p:cNvSpPr/>
            <p:nvPr/>
          </p:nvSpPr>
          <p:spPr>
            <a:xfrm flipH="false" flipV="false" rot="0">
              <a:off x="0" y="0"/>
              <a:ext cx="2144857" cy="2999507"/>
            </a:xfrm>
            <a:custGeom>
              <a:avLst/>
              <a:gdLst/>
              <a:ahLst/>
              <a:cxnLst/>
              <a:rect r="r" b="b" t="t" l="l"/>
              <a:pathLst>
                <a:path h="2999507" w="2144857">
                  <a:moveTo>
                    <a:pt x="30421" y="0"/>
                  </a:moveTo>
                  <a:lnTo>
                    <a:pt x="2114436" y="0"/>
                  </a:lnTo>
                  <a:cubicBezTo>
                    <a:pt x="2122504" y="0"/>
                    <a:pt x="2130242" y="3205"/>
                    <a:pt x="2135947" y="8910"/>
                  </a:cubicBezTo>
                  <a:cubicBezTo>
                    <a:pt x="2141652" y="14615"/>
                    <a:pt x="2144857" y="22353"/>
                    <a:pt x="2144857" y="30421"/>
                  </a:cubicBezTo>
                  <a:lnTo>
                    <a:pt x="2144857" y="2969086"/>
                  </a:lnTo>
                  <a:cubicBezTo>
                    <a:pt x="2144857" y="2977154"/>
                    <a:pt x="2141652" y="2984892"/>
                    <a:pt x="2135947" y="2990597"/>
                  </a:cubicBezTo>
                  <a:cubicBezTo>
                    <a:pt x="2130242" y="2996302"/>
                    <a:pt x="2122504" y="2999507"/>
                    <a:pt x="2114436" y="2999507"/>
                  </a:cubicBezTo>
                  <a:lnTo>
                    <a:pt x="30421" y="2999507"/>
                  </a:lnTo>
                  <a:cubicBezTo>
                    <a:pt x="22353" y="2999507"/>
                    <a:pt x="14615" y="2996302"/>
                    <a:pt x="8910" y="2990597"/>
                  </a:cubicBezTo>
                  <a:cubicBezTo>
                    <a:pt x="3205" y="2984892"/>
                    <a:pt x="0" y="2977154"/>
                    <a:pt x="0" y="2969086"/>
                  </a:cubicBezTo>
                  <a:lnTo>
                    <a:pt x="0" y="30421"/>
                  </a:lnTo>
                  <a:cubicBezTo>
                    <a:pt x="0" y="22353"/>
                    <a:pt x="3205" y="14615"/>
                    <a:pt x="8910" y="8910"/>
                  </a:cubicBezTo>
                  <a:cubicBezTo>
                    <a:pt x="14615" y="3205"/>
                    <a:pt x="22353" y="0"/>
                    <a:pt x="30421" y="0"/>
                  </a:cubicBezTo>
                  <a:close/>
                </a:path>
              </a:pathLst>
            </a:custGeom>
            <a:solidFill>
              <a:srgbClr val="FFFFFF"/>
            </a:solidFill>
            <a:ln w="47625" cap="rnd">
              <a:solidFill>
                <a:srgbClr val="998178"/>
              </a:solidFill>
              <a:prstDash val="solid"/>
              <a:round/>
            </a:ln>
          </p:spPr>
        </p:sp>
        <p:sp>
          <p:nvSpPr>
            <p:cNvPr name="TextBox 26" id="26"/>
            <p:cNvSpPr txBox="true"/>
            <p:nvPr/>
          </p:nvSpPr>
          <p:spPr>
            <a:xfrm>
              <a:off x="0" y="-38100"/>
              <a:ext cx="2144857" cy="3037607"/>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069619" y="4248403"/>
            <a:ext cx="7728340" cy="4104000"/>
            <a:chOff x="0" y="0"/>
            <a:chExt cx="2035447" cy="1080889"/>
          </a:xfrm>
        </p:grpSpPr>
        <p:sp>
          <p:nvSpPr>
            <p:cNvPr name="Freeform 28" id="28"/>
            <p:cNvSpPr/>
            <p:nvPr/>
          </p:nvSpPr>
          <p:spPr>
            <a:xfrm flipH="false" flipV="false" rot="0">
              <a:off x="0" y="0"/>
              <a:ext cx="2035447" cy="1080889"/>
            </a:xfrm>
            <a:custGeom>
              <a:avLst/>
              <a:gdLst/>
              <a:ahLst/>
              <a:cxnLst/>
              <a:rect r="r" b="b" t="t" l="l"/>
              <a:pathLst>
                <a:path h="1080889" w="2035447">
                  <a:moveTo>
                    <a:pt x="26046" y="0"/>
                  </a:moveTo>
                  <a:lnTo>
                    <a:pt x="2009402" y="0"/>
                  </a:lnTo>
                  <a:cubicBezTo>
                    <a:pt x="2016309" y="0"/>
                    <a:pt x="2022934" y="2744"/>
                    <a:pt x="2027819" y="7629"/>
                  </a:cubicBezTo>
                  <a:cubicBezTo>
                    <a:pt x="2032703" y="12513"/>
                    <a:pt x="2035447" y="19138"/>
                    <a:pt x="2035447" y="26046"/>
                  </a:cubicBezTo>
                  <a:lnTo>
                    <a:pt x="2035447" y="1054843"/>
                  </a:lnTo>
                  <a:cubicBezTo>
                    <a:pt x="2035447" y="1069228"/>
                    <a:pt x="2023786" y="1080889"/>
                    <a:pt x="2009402" y="1080889"/>
                  </a:cubicBezTo>
                  <a:lnTo>
                    <a:pt x="26046" y="1080889"/>
                  </a:lnTo>
                  <a:cubicBezTo>
                    <a:pt x="19138" y="1080889"/>
                    <a:pt x="12513" y="1078145"/>
                    <a:pt x="7629" y="1073260"/>
                  </a:cubicBezTo>
                  <a:cubicBezTo>
                    <a:pt x="2744" y="1068376"/>
                    <a:pt x="0" y="1061751"/>
                    <a:pt x="0" y="1054843"/>
                  </a:cubicBezTo>
                  <a:lnTo>
                    <a:pt x="0" y="26046"/>
                  </a:lnTo>
                  <a:cubicBezTo>
                    <a:pt x="0" y="19138"/>
                    <a:pt x="2744" y="12513"/>
                    <a:pt x="7629" y="7629"/>
                  </a:cubicBezTo>
                  <a:cubicBezTo>
                    <a:pt x="12513" y="2744"/>
                    <a:pt x="19138" y="0"/>
                    <a:pt x="26046" y="0"/>
                  </a:cubicBezTo>
                  <a:close/>
                </a:path>
              </a:pathLst>
            </a:custGeom>
            <a:solidFill>
              <a:srgbClr val="FFFFFF"/>
            </a:solidFill>
            <a:ln w="38100" cap="rnd">
              <a:solidFill>
                <a:srgbClr val="BF9585"/>
              </a:solidFill>
              <a:prstDash val="lgDash"/>
              <a:round/>
            </a:ln>
          </p:spPr>
        </p:sp>
        <p:sp>
          <p:nvSpPr>
            <p:cNvPr name="TextBox 29" id="29"/>
            <p:cNvSpPr txBox="true"/>
            <p:nvPr/>
          </p:nvSpPr>
          <p:spPr>
            <a:xfrm>
              <a:off x="0" y="-38100"/>
              <a:ext cx="2035447" cy="111898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0" id="30"/>
          <p:cNvGrpSpPr/>
          <p:nvPr/>
        </p:nvGrpSpPr>
        <p:grpSpPr>
          <a:xfrm rot="0">
            <a:off x="10082570" y="279726"/>
            <a:ext cx="7108904" cy="4226591"/>
            <a:chOff x="0" y="0"/>
            <a:chExt cx="1872304" cy="1113176"/>
          </a:xfrm>
        </p:grpSpPr>
        <p:sp>
          <p:nvSpPr>
            <p:cNvPr name="Freeform 31" id="31"/>
            <p:cNvSpPr/>
            <p:nvPr/>
          </p:nvSpPr>
          <p:spPr>
            <a:xfrm flipH="false" flipV="false" rot="0">
              <a:off x="0" y="0"/>
              <a:ext cx="1872304" cy="1113176"/>
            </a:xfrm>
            <a:custGeom>
              <a:avLst/>
              <a:gdLst/>
              <a:ahLst/>
              <a:cxnLst/>
              <a:rect r="r" b="b" t="t" l="l"/>
              <a:pathLst>
                <a:path h="1113176" w="1872304">
                  <a:moveTo>
                    <a:pt x="28315" y="0"/>
                  </a:moveTo>
                  <a:lnTo>
                    <a:pt x="1843989" y="0"/>
                  </a:lnTo>
                  <a:cubicBezTo>
                    <a:pt x="1859627" y="0"/>
                    <a:pt x="1872304" y="12677"/>
                    <a:pt x="1872304" y="28315"/>
                  </a:cubicBezTo>
                  <a:lnTo>
                    <a:pt x="1872304" y="1084861"/>
                  </a:lnTo>
                  <a:cubicBezTo>
                    <a:pt x="1872304" y="1100499"/>
                    <a:pt x="1859627" y="1113176"/>
                    <a:pt x="1843989" y="1113176"/>
                  </a:cubicBezTo>
                  <a:lnTo>
                    <a:pt x="28315" y="1113176"/>
                  </a:lnTo>
                  <a:cubicBezTo>
                    <a:pt x="12677" y="1113176"/>
                    <a:pt x="0" y="1100499"/>
                    <a:pt x="0" y="1084861"/>
                  </a:cubicBezTo>
                  <a:lnTo>
                    <a:pt x="0" y="28315"/>
                  </a:lnTo>
                  <a:cubicBezTo>
                    <a:pt x="0" y="12677"/>
                    <a:pt x="12677" y="0"/>
                    <a:pt x="28315" y="0"/>
                  </a:cubicBezTo>
                  <a:close/>
                </a:path>
              </a:pathLst>
            </a:custGeom>
            <a:solidFill>
              <a:srgbClr val="FFFFFF"/>
            </a:solidFill>
            <a:ln w="38100" cap="rnd">
              <a:solidFill>
                <a:srgbClr val="BF9585"/>
              </a:solidFill>
              <a:prstDash val="lgDash"/>
              <a:round/>
            </a:ln>
          </p:spPr>
        </p:sp>
        <p:sp>
          <p:nvSpPr>
            <p:cNvPr name="TextBox 32" id="32"/>
            <p:cNvSpPr txBox="true"/>
            <p:nvPr/>
          </p:nvSpPr>
          <p:spPr>
            <a:xfrm>
              <a:off x="0" y="-38100"/>
              <a:ext cx="1872304" cy="115127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3" id="33"/>
          <p:cNvGrpSpPr/>
          <p:nvPr/>
        </p:nvGrpSpPr>
        <p:grpSpPr>
          <a:xfrm rot="0">
            <a:off x="10102773" y="4848868"/>
            <a:ext cx="7108904" cy="4085369"/>
            <a:chOff x="0" y="0"/>
            <a:chExt cx="1872304" cy="1075982"/>
          </a:xfrm>
        </p:grpSpPr>
        <p:sp>
          <p:nvSpPr>
            <p:cNvPr name="Freeform 34" id="34"/>
            <p:cNvSpPr/>
            <p:nvPr/>
          </p:nvSpPr>
          <p:spPr>
            <a:xfrm flipH="false" flipV="false" rot="0">
              <a:off x="0" y="0"/>
              <a:ext cx="1872304" cy="1075982"/>
            </a:xfrm>
            <a:custGeom>
              <a:avLst/>
              <a:gdLst/>
              <a:ahLst/>
              <a:cxnLst/>
              <a:rect r="r" b="b" t="t" l="l"/>
              <a:pathLst>
                <a:path h="1075982" w="1872304">
                  <a:moveTo>
                    <a:pt x="28315" y="0"/>
                  </a:moveTo>
                  <a:lnTo>
                    <a:pt x="1843989" y="0"/>
                  </a:lnTo>
                  <a:cubicBezTo>
                    <a:pt x="1859627" y="0"/>
                    <a:pt x="1872304" y="12677"/>
                    <a:pt x="1872304" y="28315"/>
                  </a:cubicBezTo>
                  <a:lnTo>
                    <a:pt x="1872304" y="1047667"/>
                  </a:lnTo>
                  <a:cubicBezTo>
                    <a:pt x="1872304" y="1063305"/>
                    <a:pt x="1859627" y="1075982"/>
                    <a:pt x="1843989" y="1075982"/>
                  </a:cubicBezTo>
                  <a:lnTo>
                    <a:pt x="28315" y="1075982"/>
                  </a:lnTo>
                  <a:cubicBezTo>
                    <a:pt x="12677" y="1075982"/>
                    <a:pt x="0" y="1063305"/>
                    <a:pt x="0" y="1047667"/>
                  </a:cubicBezTo>
                  <a:lnTo>
                    <a:pt x="0" y="28315"/>
                  </a:lnTo>
                  <a:cubicBezTo>
                    <a:pt x="0" y="12677"/>
                    <a:pt x="12677" y="0"/>
                    <a:pt x="28315" y="0"/>
                  </a:cubicBezTo>
                  <a:close/>
                </a:path>
              </a:pathLst>
            </a:custGeom>
            <a:solidFill>
              <a:srgbClr val="FFFFFF"/>
            </a:solidFill>
            <a:ln w="38100" cap="rnd">
              <a:solidFill>
                <a:srgbClr val="BF9585"/>
              </a:solidFill>
              <a:prstDash val="lgDash"/>
              <a:round/>
            </a:ln>
          </p:spPr>
        </p:sp>
        <p:sp>
          <p:nvSpPr>
            <p:cNvPr name="TextBox 35" id="35"/>
            <p:cNvSpPr txBox="true"/>
            <p:nvPr/>
          </p:nvSpPr>
          <p:spPr>
            <a:xfrm>
              <a:off x="0" y="-38100"/>
              <a:ext cx="1872304" cy="111408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36" id="36"/>
          <p:cNvSpPr/>
          <p:nvPr/>
        </p:nvSpPr>
        <p:spPr>
          <a:xfrm flipH="false" flipV="false" rot="0">
            <a:off x="10235960" y="377264"/>
            <a:ext cx="6802126" cy="4031514"/>
          </a:xfrm>
          <a:custGeom>
            <a:avLst/>
            <a:gdLst/>
            <a:ahLst/>
            <a:cxnLst/>
            <a:rect r="r" b="b" t="t" l="l"/>
            <a:pathLst>
              <a:path h="4031514" w="6802126">
                <a:moveTo>
                  <a:pt x="0" y="0"/>
                </a:moveTo>
                <a:lnTo>
                  <a:pt x="6802126" y="0"/>
                </a:lnTo>
                <a:lnTo>
                  <a:pt x="6802126" y="4031515"/>
                </a:lnTo>
                <a:lnTo>
                  <a:pt x="0" y="4031515"/>
                </a:lnTo>
                <a:lnTo>
                  <a:pt x="0" y="0"/>
                </a:lnTo>
                <a:close/>
              </a:path>
            </a:pathLst>
          </a:custGeom>
          <a:blipFill>
            <a:blip r:embed="rId18"/>
            <a:stretch>
              <a:fillRect l="-5994" t="-18095" r="-5994" b="0"/>
            </a:stretch>
          </a:blipFill>
        </p:spPr>
      </p:sp>
      <p:sp>
        <p:nvSpPr>
          <p:cNvPr name="Freeform 37" id="37"/>
          <p:cNvSpPr/>
          <p:nvPr/>
        </p:nvSpPr>
        <p:spPr>
          <a:xfrm flipH="false" flipV="false" rot="0">
            <a:off x="10241099" y="4934615"/>
            <a:ext cx="6832253" cy="3913875"/>
          </a:xfrm>
          <a:custGeom>
            <a:avLst/>
            <a:gdLst/>
            <a:ahLst/>
            <a:cxnLst/>
            <a:rect r="r" b="b" t="t" l="l"/>
            <a:pathLst>
              <a:path h="3913875" w="6832253">
                <a:moveTo>
                  <a:pt x="0" y="0"/>
                </a:moveTo>
                <a:lnTo>
                  <a:pt x="6832253" y="0"/>
                </a:lnTo>
                <a:lnTo>
                  <a:pt x="6832253" y="3913875"/>
                </a:lnTo>
                <a:lnTo>
                  <a:pt x="0" y="3913875"/>
                </a:lnTo>
                <a:lnTo>
                  <a:pt x="0" y="0"/>
                </a:lnTo>
                <a:close/>
              </a:path>
            </a:pathLst>
          </a:custGeom>
          <a:blipFill>
            <a:blip r:embed="rId19"/>
            <a:stretch>
              <a:fillRect l="-259" t="0" r="-259" b="-9670"/>
            </a:stretch>
          </a:blipFill>
        </p:spPr>
      </p:sp>
      <p:sp>
        <p:nvSpPr>
          <p:cNvPr name="TextBox 38" id="38"/>
          <p:cNvSpPr txBox="true"/>
          <p:nvPr/>
        </p:nvSpPr>
        <p:spPr>
          <a:xfrm rot="0">
            <a:off x="1276487" y="4346819"/>
            <a:ext cx="7314603" cy="3570181"/>
          </a:xfrm>
          <a:prstGeom prst="rect">
            <a:avLst/>
          </a:prstGeom>
        </p:spPr>
        <p:txBody>
          <a:bodyPr anchor="t" rtlCol="false" tIns="0" lIns="0" bIns="0" rIns="0">
            <a:spAutoFit/>
          </a:bodyPr>
          <a:lstStyle/>
          <a:p>
            <a:pPr algn="l">
              <a:lnSpc>
                <a:spcPts val="2192"/>
              </a:lnSpc>
            </a:pPr>
          </a:p>
          <a:p>
            <a:pPr algn="l" marL="348081" indent="-174040" lvl="1">
              <a:lnSpc>
                <a:spcPts val="2192"/>
              </a:lnSpc>
              <a:spcBef>
                <a:spcPct val="0"/>
              </a:spcBef>
              <a:buFont typeface="Arial"/>
              <a:buChar char="•"/>
            </a:pPr>
            <a:r>
              <a:rPr lang="en-US" b="true" sz="1612" spc="14">
                <a:solidFill>
                  <a:srgbClr val="7B6861"/>
                </a:solidFill>
                <a:latin typeface="Quicksand Medium"/>
                <a:ea typeface="Quicksand Medium"/>
                <a:cs typeface="Quicksand Medium"/>
                <a:sym typeface="Quicksand Medium"/>
              </a:rPr>
              <a:t>Ta</a:t>
            </a:r>
            <a:r>
              <a:rPr lang="en-US" b="true" sz="1612" spc="14" strike="noStrike" u="none">
                <a:solidFill>
                  <a:srgbClr val="7B6861"/>
                </a:solidFill>
                <a:latin typeface="Quicksand Medium"/>
                <a:ea typeface="Quicksand Medium"/>
                <a:cs typeface="Quicksand Medium"/>
                <a:sym typeface="Quicksand Medium"/>
              </a:rPr>
              <a:t>r</a:t>
            </a:r>
            <a:r>
              <a:rPr lang="en-US" b="true" sz="1612" spc="14" strike="noStrike" u="none">
                <a:solidFill>
                  <a:srgbClr val="7B6861"/>
                </a:solidFill>
                <a:latin typeface="Quicksand Medium"/>
                <a:ea typeface="Quicksand Medium"/>
                <a:cs typeface="Quicksand Medium"/>
                <a:sym typeface="Quicksand Medium"/>
              </a:rPr>
              <a:t>g</a:t>
            </a:r>
            <a:r>
              <a:rPr lang="en-US" b="true" sz="1612" spc="14" strike="noStrike" u="none">
                <a:solidFill>
                  <a:srgbClr val="7B6861"/>
                </a:solidFill>
                <a:latin typeface="Quicksand Medium"/>
                <a:ea typeface="Quicksand Medium"/>
                <a:cs typeface="Quicksand Medium"/>
                <a:sym typeface="Quicksand Medium"/>
              </a:rPr>
              <a:t>e</a:t>
            </a:r>
            <a:r>
              <a:rPr lang="en-US" b="true" sz="1612" spc="14" strike="noStrike" u="none">
                <a:solidFill>
                  <a:srgbClr val="7B6861"/>
                </a:solidFill>
                <a:latin typeface="Quicksand Medium"/>
                <a:ea typeface="Quicksand Medium"/>
                <a:cs typeface="Quicksand Medium"/>
                <a:sym typeface="Quicksand Medium"/>
              </a:rPr>
              <a:t>t</a:t>
            </a:r>
            <a:r>
              <a:rPr lang="en-US" b="true" sz="1612" spc="14" strike="noStrike" u="none">
                <a:solidFill>
                  <a:srgbClr val="7B6861"/>
                </a:solidFill>
                <a:latin typeface="Quicksand Medium"/>
                <a:ea typeface="Quicksand Medium"/>
                <a:cs typeface="Quicksand Medium"/>
                <a:sym typeface="Quicksand Medium"/>
              </a:rPr>
              <a:t> </a:t>
            </a:r>
            <a:r>
              <a:rPr lang="en-US" b="true" sz="1612" spc="14" strike="noStrike" u="none">
                <a:solidFill>
                  <a:srgbClr val="7B6861"/>
                </a:solidFill>
                <a:latin typeface="Quicksand Medium"/>
                <a:ea typeface="Quicksand Medium"/>
                <a:cs typeface="Quicksand Medium"/>
                <a:sym typeface="Quicksand Medium"/>
              </a:rPr>
              <a:t>Age</a:t>
            </a:r>
            <a:r>
              <a:rPr lang="en-US" b="true" sz="1612" spc="14" strike="noStrike" u="none">
                <a:solidFill>
                  <a:srgbClr val="7B6861"/>
                </a:solidFill>
                <a:latin typeface="Quicksand Medium"/>
                <a:ea typeface="Quicksand Medium"/>
                <a:cs typeface="Quicksand Medium"/>
                <a:sym typeface="Quicksand Medium"/>
              </a:rPr>
              <a:t> </a:t>
            </a:r>
            <a:r>
              <a:rPr lang="en-US" b="true" sz="1612" spc="14" strike="noStrike" u="none">
                <a:solidFill>
                  <a:srgbClr val="7B6861"/>
                </a:solidFill>
                <a:latin typeface="Quicksand Medium"/>
                <a:ea typeface="Quicksand Medium"/>
                <a:cs typeface="Quicksand Medium"/>
                <a:sym typeface="Quicksand Medium"/>
              </a:rPr>
              <a:t>G</a:t>
            </a:r>
            <a:r>
              <a:rPr lang="en-US" b="true" sz="1612" spc="14" strike="noStrike" u="none">
                <a:solidFill>
                  <a:srgbClr val="7B6861"/>
                </a:solidFill>
                <a:latin typeface="Quicksand Medium"/>
                <a:ea typeface="Quicksand Medium"/>
                <a:cs typeface="Quicksand Medium"/>
                <a:sym typeface="Quicksand Medium"/>
              </a:rPr>
              <a:t>r</a:t>
            </a:r>
            <a:r>
              <a:rPr lang="en-US" b="true" sz="1612" spc="14" strike="noStrike" u="none">
                <a:solidFill>
                  <a:srgbClr val="7B6861"/>
                </a:solidFill>
                <a:latin typeface="Quicksand Medium"/>
                <a:ea typeface="Quicksand Medium"/>
                <a:cs typeface="Quicksand Medium"/>
                <a:sym typeface="Quicksand Medium"/>
              </a:rPr>
              <a:t>oup:</a:t>
            </a:r>
            <a:r>
              <a:rPr lang="en-US" b="true" sz="1612" spc="14" strike="noStrike" u="none">
                <a:solidFill>
                  <a:srgbClr val="7B6861"/>
                </a:solidFill>
                <a:latin typeface="Quicksand Medium"/>
                <a:ea typeface="Quicksand Medium"/>
                <a:cs typeface="Quicksand Medium"/>
                <a:sym typeface="Quicksand Medium"/>
              </a:rPr>
              <a:t> </a:t>
            </a:r>
            <a:r>
              <a:rPr lang="en-US" b="true" sz="1612" spc="14" strike="noStrike" u="none">
                <a:solidFill>
                  <a:srgbClr val="7B6861"/>
                </a:solidFill>
                <a:latin typeface="Quicksand Medium"/>
                <a:ea typeface="Quicksand Medium"/>
                <a:cs typeface="Quicksand Medium"/>
                <a:sym typeface="Quicksand Medium"/>
              </a:rPr>
              <a:t>Ch</a:t>
            </a:r>
            <a:r>
              <a:rPr lang="en-US" b="true" sz="1612" spc="14" strike="noStrike" u="none">
                <a:solidFill>
                  <a:srgbClr val="7B6861"/>
                </a:solidFill>
                <a:latin typeface="Quicksand Medium"/>
                <a:ea typeface="Quicksand Medium"/>
                <a:cs typeface="Quicksand Medium"/>
                <a:sym typeface="Quicksand Medium"/>
              </a:rPr>
              <a:t>i</a:t>
            </a:r>
            <a:r>
              <a:rPr lang="en-US" b="true" sz="1612" spc="14" strike="noStrike" u="none">
                <a:solidFill>
                  <a:srgbClr val="7B6861"/>
                </a:solidFill>
                <a:latin typeface="Quicksand Medium"/>
                <a:ea typeface="Quicksand Medium"/>
                <a:cs typeface="Quicksand Medium"/>
                <a:sym typeface="Quicksand Medium"/>
              </a:rPr>
              <a:t>ldren</a:t>
            </a:r>
            <a:r>
              <a:rPr lang="en-US" b="true" sz="1612" spc="14" strike="noStrike" u="none">
                <a:solidFill>
                  <a:srgbClr val="7B6861"/>
                </a:solidFill>
                <a:latin typeface="Quicksand Medium"/>
                <a:ea typeface="Quicksand Medium"/>
                <a:cs typeface="Quicksand Medium"/>
                <a:sym typeface="Quicksand Medium"/>
              </a:rPr>
              <a:t> a</a:t>
            </a:r>
            <a:r>
              <a:rPr lang="en-US" b="true" sz="1612" spc="14" strike="noStrike" u="none">
                <a:solidFill>
                  <a:srgbClr val="7B6861"/>
                </a:solidFill>
                <a:latin typeface="Quicksand Medium"/>
                <a:ea typeface="Quicksand Medium"/>
                <a:cs typeface="Quicksand Medium"/>
                <a:sym typeface="Quicksand Medium"/>
              </a:rPr>
              <a:t>g</a:t>
            </a:r>
            <a:r>
              <a:rPr lang="en-US" b="true" sz="1612" spc="14" strike="noStrike" u="none">
                <a:solidFill>
                  <a:srgbClr val="7B6861"/>
                </a:solidFill>
                <a:latin typeface="Quicksand Medium"/>
                <a:ea typeface="Quicksand Medium"/>
                <a:cs typeface="Quicksand Medium"/>
                <a:sym typeface="Quicksand Medium"/>
              </a:rPr>
              <a:t>e</a:t>
            </a:r>
            <a:r>
              <a:rPr lang="en-US" b="true" sz="1612" spc="14" strike="noStrike" u="none">
                <a:solidFill>
                  <a:srgbClr val="7B6861"/>
                </a:solidFill>
                <a:latin typeface="Quicksand Medium"/>
                <a:ea typeface="Quicksand Medium"/>
                <a:cs typeface="Quicksand Medium"/>
                <a:sym typeface="Quicksand Medium"/>
              </a:rPr>
              <a:t>d 2 </a:t>
            </a:r>
            <a:r>
              <a:rPr lang="en-US" b="true" sz="1612" spc="14" strike="noStrike" u="none">
                <a:solidFill>
                  <a:srgbClr val="7B6861"/>
                </a:solidFill>
                <a:latin typeface="Quicksand Medium"/>
                <a:ea typeface="Quicksand Medium"/>
                <a:cs typeface="Quicksand Medium"/>
                <a:sym typeface="Quicksand Medium"/>
              </a:rPr>
              <a:t>t</a:t>
            </a:r>
            <a:r>
              <a:rPr lang="en-US" b="true" sz="1612" spc="14" strike="noStrike" u="none">
                <a:solidFill>
                  <a:srgbClr val="7B6861"/>
                </a:solidFill>
                <a:latin typeface="Quicksand Medium"/>
                <a:ea typeface="Quicksand Medium"/>
                <a:cs typeface="Quicksand Medium"/>
                <a:sym typeface="Quicksand Medium"/>
              </a:rPr>
              <a:t>o</a:t>
            </a:r>
            <a:r>
              <a:rPr lang="en-US" b="true" sz="1612" spc="14" strike="noStrike" u="none">
                <a:solidFill>
                  <a:srgbClr val="7B6861"/>
                </a:solidFill>
                <a:latin typeface="Quicksand Medium"/>
                <a:ea typeface="Quicksand Medium"/>
                <a:cs typeface="Quicksand Medium"/>
                <a:sym typeface="Quicksand Medium"/>
              </a:rPr>
              <a:t> </a:t>
            </a:r>
            <a:r>
              <a:rPr lang="en-US" b="true" sz="1612" spc="14" strike="noStrike" u="none">
                <a:solidFill>
                  <a:srgbClr val="7B6861"/>
                </a:solidFill>
                <a:latin typeface="Quicksand Medium"/>
                <a:ea typeface="Quicksand Medium"/>
                <a:cs typeface="Quicksand Medium"/>
                <a:sym typeface="Quicksand Medium"/>
              </a:rPr>
              <a:t>10 years </a:t>
            </a:r>
            <a:r>
              <a:rPr lang="en-US" b="true" sz="1612" spc="14" strike="noStrike" u="none">
                <a:solidFill>
                  <a:srgbClr val="7B6861"/>
                </a:solidFill>
                <a:latin typeface="Quicksand Medium"/>
                <a:ea typeface="Quicksand Medium"/>
                <a:cs typeface="Quicksand Medium"/>
                <a:sym typeface="Quicksand Medium"/>
              </a:rPr>
              <a:t>o</a:t>
            </a:r>
            <a:r>
              <a:rPr lang="en-US" b="true" sz="1612" spc="14" strike="noStrike" u="none">
                <a:solidFill>
                  <a:srgbClr val="7B6861"/>
                </a:solidFill>
                <a:latin typeface="Quicksand Medium"/>
                <a:ea typeface="Quicksand Medium"/>
                <a:cs typeface="Quicksand Medium"/>
                <a:sym typeface="Quicksand Medium"/>
              </a:rPr>
              <a:t>ld.</a:t>
            </a:r>
          </a:p>
          <a:p>
            <a:pPr algn="l" marL="348081" indent="-174040" lvl="1">
              <a:lnSpc>
                <a:spcPts val="2192"/>
              </a:lnSpc>
              <a:spcBef>
                <a:spcPct val="0"/>
              </a:spcBef>
              <a:buFont typeface="Arial"/>
              <a:buChar char="•"/>
            </a:pPr>
            <a:r>
              <a:rPr lang="en-US" b="true" sz="1612" spc="14" strike="noStrike" u="none">
                <a:solidFill>
                  <a:srgbClr val="7B6861"/>
                </a:solidFill>
                <a:latin typeface="Quicksand Medium"/>
                <a:ea typeface="Quicksand Medium"/>
                <a:cs typeface="Quicksand Medium"/>
                <a:sym typeface="Quicksand Medium"/>
              </a:rPr>
              <a:t>Key I</a:t>
            </a:r>
            <a:r>
              <a:rPr lang="en-US" b="true" sz="1612" spc="14" strike="noStrike" u="none">
                <a:solidFill>
                  <a:srgbClr val="7B6861"/>
                </a:solidFill>
                <a:latin typeface="Quicksand Medium"/>
                <a:ea typeface="Quicksand Medium"/>
                <a:cs typeface="Quicksand Medium"/>
                <a:sym typeface="Quicksand Medium"/>
              </a:rPr>
              <a:t>ns</a:t>
            </a:r>
            <a:r>
              <a:rPr lang="en-US" b="true" sz="1612" spc="14" strike="noStrike" u="none">
                <a:solidFill>
                  <a:srgbClr val="7B6861"/>
                </a:solidFill>
                <a:latin typeface="Quicksand Medium"/>
                <a:ea typeface="Quicksand Medium"/>
                <a:cs typeface="Quicksand Medium"/>
                <a:sym typeface="Quicksand Medium"/>
              </a:rPr>
              <a:t>ights &amp; Pr</a:t>
            </a:r>
            <a:r>
              <a:rPr lang="en-US" b="true" sz="1612" spc="14" strike="noStrike" u="none">
                <a:solidFill>
                  <a:srgbClr val="7B6861"/>
                </a:solidFill>
                <a:latin typeface="Quicksand Medium"/>
                <a:ea typeface="Quicksand Medium"/>
                <a:cs typeface="Quicksand Medium"/>
                <a:sym typeface="Quicksand Medium"/>
              </a:rPr>
              <a:t>e</a:t>
            </a:r>
            <a:r>
              <a:rPr lang="en-US" b="true" sz="1612" spc="14" strike="noStrike" u="none">
                <a:solidFill>
                  <a:srgbClr val="7B6861"/>
                </a:solidFill>
                <a:latin typeface="Quicksand Medium"/>
                <a:ea typeface="Quicksand Medium"/>
                <a:cs typeface="Quicksand Medium"/>
                <a:sym typeface="Quicksand Medium"/>
              </a:rPr>
              <a:t>feren</a:t>
            </a:r>
            <a:r>
              <a:rPr lang="en-US" b="true" sz="1612" spc="14" strike="noStrike" u="none">
                <a:solidFill>
                  <a:srgbClr val="7B6861"/>
                </a:solidFill>
                <a:latin typeface="Quicksand Medium"/>
                <a:ea typeface="Quicksand Medium"/>
                <a:cs typeface="Quicksand Medium"/>
                <a:sym typeface="Quicksand Medium"/>
              </a:rPr>
              <a:t>ce</a:t>
            </a:r>
            <a:r>
              <a:rPr lang="en-US" b="true" sz="1612" spc="14" strike="noStrike" u="none">
                <a:solidFill>
                  <a:srgbClr val="7B6861"/>
                </a:solidFill>
                <a:latin typeface="Quicksand Medium"/>
                <a:ea typeface="Quicksand Medium"/>
                <a:cs typeface="Quicksand Medium"/>
                <a:sym typeface="Quicksand Medium"/>
              </a:rPr>
              <a:t>s:</a:t>
            </a:r>
          </a:p>
          <a:p>
            <a:pPr algn="l" marL="696161" indent="-232054" lvl="2">
              <a:lnSpc>
                <a:spcPts val="2192"/>
              </a:lnSpc>
              <a:spcBef>
                <a:spcPct val="0"/>
              </a:spcBef>
              <a:buFont typeface="Arial"/>
              <a:buChar char="⚬"/>
            </a:pPr>
            <a:r>
              <a:rPr lang="en-US" b="true" sz="1612" spc="14" strike="noStrike" u="none">
                <a:solidFill>
                  <a:srgbClr val="7B6861"/>
                </a:solidFill>
                <a:latin typeface="Quicksand Medium"/>
                <a:ea typeface="Quicksand Medium"/>
                <a:cs typeface="Quicksand Medium"/>
                <a:sym typeface="Quicksand Medium"/>
              </a:rPr>
              <a:t>Child</a:t>
            </a:r>
            <a:r>
              <a:rPr lang="en-US" b="true" sz="1612" spc="14" strike="noStrike" u="none">
                <a:solidFill>
                  <a:srgbClr val="7B6861"/>
                </a:solidFill>
                <a:latin typeface="Quicksand Medium"/>
                <a:ea typeface="Quicksand Medium"/>
                <a:cs typeface="Quicksand Medium"/>
                <a:sym typeface="Quicksand Medium"/>
              </a:rPr>
              <a:t>r</a:t>
            </a:r>
            <a:r>
              <a:rPr lang="en-US" b="true" sz="1612" spc="14" strike="noStrike" u="none">
                <a:solidFill>
                  <a:srgbClr val="7B6861"/>
                </a:solidFill>
                <a:latin typeface="Quicksand Medium"/>
                <a:ea typeface="Quicksand Medium"/>
                <a:cs typeface="Quicksand Medium"/>
                <a:sym typeface="Quicksand Medium"/>
              </a:rPr>
              <a:t>en</a:t>
            </a:r>
            <a:r>
              <a:rPr lang="en-US" b="true" sz="1612" spc="14" strike="noStrike" u="none">
                <a:solidFill>
                  <a:srgbClr val="7B6861"/>
                </a:solidFill>
                <a:latin typeface="Quicksand Medium"/>
                <a:ea typeface="Quicksand Medium"/>
                <a:cs typeface="Quicksand Medium"/>
                <a:sym typeface="Quicksand Medium"/>
              </a:rPr>
              <a:t> i</a:t>
            </a:r>
            <a:r>
              <a:rPr lang="en-US" b="true" sz="1612" spc="14" strike="noStrike" u="none">
                <a:solidFill>
                  <a:srgbClr val="7B6861"/>
                </a:solidFill>
                <a:latin typeface="Quicksand Medium"/>
                <a:ea typeface="Quicksand Medium"/>
                <a:cs typeface="Quicksand Medium"/>
                <a:sym typeface="Quicksand Medium"/>
              </a:rPr>
              <a:t>n th</a:t>
            </a:r>
            <a:r>
              <a:rPr lang="en-US" b="true" sz="1612" spc="14" strike="noStrike" u="none">
                <a:solidFill>
                  <a:srgbClr val="7B6861"/>
                </a:solidFill>
                <a:latin typeface="Quicksand Medium"/>
                <a:ea typeface="Quicksand Medium"/>
                <a:cs typeface="Quicksand Medium"/>
                <a:sym typeface="Quicksand Medium"/>
              </a:rPr>
              <a:t>is</a:t>
            </a:r>
            <a:r>
              <a:rPr lang="en-US" b="true" sz="1612" spc="14" strike="noStrike" u="none">
                <a:solidFill>
                  <a:srgbClr val="7B6861"/>
                </a:solidFill>
                <a:latin typeface="Quicksand Medium"/>
                <a:ea typeface="Quicksand Medium"/>
                <a:cs typeface="Quicksand Medium"/>
                <a:sym typeface="Quicksand Medium"/>
              </a:rPr>
              <a:t> ra</a:t>
            </a:r>
            <a:r>
              <a:rPr lang="en-US" b="true" sz="1612" spc="14" strike="noStrike" u="none">
                <a:solidFill>
                  <a:srgbClr val="7B6861"/>
                </a:solidFill>
                <a:latin typeface="Quicksand Medium"/>
                <a:ea typeface="Quicksand Medium"/>
                <a:cs typeface="Quicksand Medium"/>
                <a:sym typeface="Quicksand Medium"/>
              </a:rPr>
              <a:t>nge</a:t>
            </a:r>
            <a:r>
              <a:rPr lang="en-US" b="true" sz="1612" spc="14" strike="noStrike" u="none">
                <a:solidFill>
                  <a:srgbClr val="7B6861"/>
                </a:solidFill>
                <a:latin typeface="Quicksand Medium"/>
                <a:ea typeface="Quicksand Medium"/>
                <a:cs typeface="Quicksand Medium"/>
                <a:sym typeface="Quicksand Medium"/>
              </a:rPr>
              <a:t> </a:t>
            </a:r>
            <a:r>
              <a:rPr lang="en-US" b="true" sz="1612" spc="14" strike="noStrike" u="none">
                <a:solidFill>
                  <a:srgbClr val="7B6861"/>
                </a:solidFill>
                <a:latin typeface="Quicksand Medium"/>
                <a:ea typeface="Quicksand Medium"/>
                <a:cs typeface="Quicksand Medium"/>
                <a:sym typeface="Quicksand Medium"/>
              </a:rPr>
              <a:t>l</a:t>
            </a:r>
            <a:r>
              <a:rPr lang="en-US" b="true" sz="1612" spc="14" strike="noStrike" u="none">
                <a:solidFill>
                  <a:srgbClr val="7B6861"/>
                </a:solidFill>
                <a:latin typeface="Quicksand Medium"/>
                <a:ea typeface="Quicksand Medium"/>
                <a:cs typeface="Quicksand Medium"/>
                <a:sym typeface="Quicksand Medium"/>
              </a:rPr>
              <a:t>earn bes</a:t>
            </a:r>
            <a:r>
              <a:rPr lang="en-US" b="true" sz="1612" spc="14" strike="noStrike" u="none">
                <a:solidFill>
                  <a:srgbClr val="7B6861"/>
                </a:solidFill>
                <a:latin typeface="Quicksand Medium"/>
                <a:ea typeface="Quicksand Medium"/>
                <a:cs typeface="Quicksand Medium"/>
                <a:sym typeface="Quicksand Medium"/>
              </a:rPr>
              <a:t>t </a:t>
            </a:r>
            <a:r>
              <a:rPr lang="en-US" b="true" sz="1612" spc="14" strike="noStrike" u="none">
                <a:solidFill>
                  <a:srgbClr val="7B6861"/>
                </a:solidFill>
                <a:latin typeface="Quicksand Medium"/>
                <a:ea typeface="Quicksand Medium"/>
                <a:cs typeface="Quicksand Medium"/>
                <a:sym typeface="Quicksand Medium"/>
              </a:rPr>
              <a:t>th</a:t>
            </a:r>
            <a:r>
              <a:rPr lang="en-US" b="true" sz="1612" spc="14" strike="noStrike" u="none">
                <a:solidFill>
                  <a:srgbClr val="7B6861"/>
                </a:solidFill>
                <a:latin typeface="Quicksand Medium"/>
                <a:ea typeface="Quicksand Medium"/>
                <a:cs typeface="Quicksand Medium"/>
                <a:sym typeface="Quicksand Medium"/>
              </a:rPr>
              <a:t>r</a:t>
            </a:r>
            <a:r>
              <a:rPr lang="en-US" b="true" sz="1612" spc="14" strike="noStrike" u="none">
                <a:solidFill>
                  <a:srgbClr val="7B6861"/>
                </a:solidFill>
                <a:latin typeface="Quicksand Medium"/>
                <a:ea typeface="Quicksand Medium"/>
                <a:cs typeface="Quicksand Medium"/>
                <a:sym typeface="Quicksand Medium"/>
              </a:rPr>
              <a:t>ough t</a:t>
            </a:r>
            <a:r>
              <a:rPr lang="en-US" b="true" sz="1612" spc="14" strike="noStrike" u="none">
                <a:solidFill>
                  <a:srgbClr val="7B6861"/>
                </a:solidFill>
                <a:latin typeface="Quicksand Medium"/>
                <a:ea typeface="Quicksand Medium"/>
                <a:cs typeface="Quicksand Medium"/>
                <a:sym typeface="Quicksand Medium"/>
              </a:rPr>
              <a:t>a</a:t>
            </a:r>
            <a:r>
              <a:rPr lang="en-US" b="true" sz="1612" spc="14" strike="noStrike" u="none">
                <a:solidFill>
                  <a:srgbClr val="7B6861"/>
                </a:solidFill>
                <a:latin typeface="Quicksand Medium"/>
                <a:ea typeface="Quicksand Medium"/>
                <a:cs typeface="Quicksand Medium"/>
                <a:sym typeface="Quicksand Medium"/>
              </a:rPr>
              <a:t>c</a:t>
            </a:r>
            <a:r>
              <a:rPr lang="en-US" b="true" sz="1612" spc="14" strike="noStrike" u="none">
                <a:solidFill>
                  <a:srgbClr val="7B6861"/>
                </a:solidFill>
                <a:latin typeface="Quicksand Medium"/>
                <a:ea typeface="Quicksand Medium"/>
                <a:cs typeface="Quicksand Medium"/>
                <a:sym typeface="Quicksand Medium"/>
              </a:rPr>
              <a:t>t</a:t>
            </a:r>
            <a:r>
              <a:rPr lang="en-US" b="true" sz="1612" spc="14" strike="noStrike" u="none">
                <a:solidFill>
                  <a:srgbClr val="7B6861"/>
                </a:solidFill>
                <a:latin typeface="Quicksand Medium"/>
                <a:ea typeface="Quicksand Medium"/>
                <a:cs typeface="Quicksand Medium"/>
                <a:sym typeface="Quicksand Medium"/>
              </a:rPr>
              <a:t>ile</a:t>
            </a:r>
            <a:r>
              <a:rPr lang="en-US" b="true" sz="1612" spc="14" strike="noStrike" u="none">
                <a:solidFill>
                  <a:srgbClr val="7B6861"/>
                </a:solidFill>
                <a:latin typeface="Quicksand Medium"/>
                <a:ea typeface="Quicksand Medium"/>
                <a:cs typeface="Quicksand Medium"/>
                <a:sym typeface="Quicksand Medium"/>
              </a:rPr>
              <a:t> </a:t>
            </a:r>
            <a:r>
              <a:rPr lang="en-US" b="true" sz="1612" spc="14" strike="noStrike" u="none">
                <a:solidFill>
                  <a:srgbClr val="7B6861"/>
                </a:solidFill>
                <a:latin typeface="Quicksand Medium"/>
                <a:ea typeface="Quicksand Medium"/>
                <a:cs typeface="Quicksand Medium"/>
                <a:sym typeface="Quicksand Medium"/>
              </a:rPr>
              <a:t>fee</a:t>
            </a:r>
            <a:r>
              <a:rPr lang="en-US" b="true" sz="1612" spc="14" strike="noStrike" u="none">
                <a:solidFill>
                  <a:srgbClr val="7B6861"/>
                </a:solidFill>
                <a:latin typeface="Quicksand Medium"/>
                <a:ea typeface="Quicksand Medium"/>
                <a:cs typeface="Quicksand Medium"/>
                <a:sym typeface="Quicksand Medium"/>
              </a:rPr>
              <a:t>d</a:t>
            </a:r>
            <a:r>
              <a:rPr lang="en-US" b="true" sz="1612" spc="14" strike="noStrike" u="none">
                <a:solidFill>
                  <a:srgbClr val="7B6861"/>
                </a:solidFill>
                <a:latin typeface="Quicksand Medium"/>
                <a:ea typeface="Quicksand Medium"/>
                <a:cs typeface="Quicksand Medium"/>
                <a:sym typeface="Quicksand Medium"/>
              </a:rPr>
              <a:t>back a</a:t>
            </a:r>
            <a:r>
              <a:rPr lang="en-US" b="true" sz="1612" spc="14" strike="noStrike" u="none">
                <a:solidFill>
                  <a:srgbClr val="7B6861"/>
                </a:solidFill>
                <a:latin typeface="Quicksand Medium"/>
                <a:ea typeface="Quicksand Medium"/>
                <a:cs typeface="Quicksand Medium"/>
                <a:sym typeface="Quicksand Medium"/>
              </a:rPr>
              <a:t>n</a:t>
            </a:r>
            <a:r>
              <a:rPr lang="en-US" b="true" sz="1612" spc="14" strike="noStrike" u="none">
                <a:solidFill>
                  <a:srgbClr val="7B6861"/>
                </a:solidFill>
                <a:latin typeface="Quicksand Medium"/>
                <a:ea typeface="Quicksand Medium"/>
                <a:cs typeface="Quicksand Medium"/>
                <a:sym typeface="Quicksand Medium"/>
              </a:rPr>
              <a:t>d</a:t>
            </a:r>
            <a:r>
              <a:rPr lang="en-US" b="true" sz="1612" spc="14" strike="noStrike" u="none">
                <a:solidFill>
                  <a:srgbClr val="7B6861"/>
                </a:solidFill>
                <a:latin typeface="Quicksand Medium"/>
                <a:ea typeface="Quicksand Medium"/>
                <a:cs typeface="Quicksand Medium"/>
                <a:sym typeface="Quicksand Medium"/>
              </a:rPr>
              <a:t> c</a:t>
            </a:r>
            <a:r>
              <a:rPr lang="en-US" b="true" sz="1612" spc="14" strike="noStrike" u="none">
                <a:solidFill>
                  <a:srgbClr val="7B6861"/>
                </a:solidFill>
                <a:latin typeface="Quicksand Medium"/>
                <a:ea typeface="Quicksand Medium"/>
                <a:cs typeface="Quicksand Medium"/>
                <a:sym typeface="Quicksand Medium"/>
              </a:rPr>
              <a:t>au</a:t>
            </a:r>
            <a:r>
              <a:rPr lang="en-US" b="true" sz="1612" spc="14" strike="noStrike" u="none">
                <a:solidFill>
                  <a:srgbClr val="7B6861"/>
                </a:solidFill>
                <a:latin typeface="Quicksand Medium"/>
                <a:ea typeface="Quicksand Medium"/>
                <a:cs typeface="Quicksand Medium"/>
                <a:sym typeface="Quicksand Medium"/>
              </a:rPr>
              <a:t>se</a:t>
            </a:r>
            <a:r>
              <a:rPr lang="en-US" b="true" sz="1612" spc="14" strike="noStrike" u="none">
                <a:solidFill>
                  <a:srgbClr val="7B6861"/>
                </a:solidFill>
                <a:latin typeface="Quicksand Medium"/>
                <a:ea typeface="Quicksand Medium"/>
                <a:cs typeface="Quicksand Medium"/>
                <a:sym typeface="Quicksand Medium"/>
              </a:rPr>
              <a:t>-</a:t>
            </a:r>
            <a:r>
              <a:rPr lang="en-US" b="true" sz="1612" spc="14" strike="noStrike" u="none">
                <a:solidFill>
                  <a:srgbClr val="7B6861"/>
                </a:solidFill>
                <a:latin typeface="Quicksand Medium"/>
                <a:ea typeface="Quicksand Medium"/>
                <a:cs typeface="Quicksand Medium"/>
                <a:sym typeface="Quicksand Medium"/>
              </a:rPr>
              <a:t>a</a:t>
            </a:r>
            <a:r>
              <a:rPr lang="en-US" b="true" sz="1612" spc="14" strike="noStrike" u="none">
                <a:solidFill>
                  <a:srgbClr val="7B6861"/>
                </a:solidFill>
                <a:latin typeface="Quicksand Medium"/>
                <a:ea typeface="Quicksand Medium"/>
                <a:cs typeface="Quicksand Medium"/>
                <a:sym typeface="Quicksand Medium"/>
              </a:rPr>
              <a:t>nd-effec</a:t>
            </a:r>
            <a:r>
              <a:rPr lang="en-US" b="true" sz="1612" spc="14" strike="noStrike" u="none">
                <a:solidFill>
                  <a:srgbClr val="7B6861"/>
                </a:solidFill>
                <a:latin typeface="Quicksand Medium"/>
                <a:ea typeface="Quicksand Medium"/>
                <a:cs typeface="Quicksand Medium"/>
                <a:sym typeface="Quicksand Medium"/>
              </a:rPr>
              <a:t>t </a:t>
            </a:r>
            <a:r>
              <a:rPr lang="en-US" b="true" sz="1612" spc="14" strike="noStrike" u="none">
                <a:solidFill>
                  <a:srgbClr val="7B6861"/>
                </a:solidFill>
                <a:latin typeface="Quicksand Medium"/>
                <a:ea typeface="Quicksand Medium"/>
                <a:cs typeface="Quicksand Medium"/>
                <a:sym typeface="Quicksand Medium"/>
              </a:rPr>
              <a:t>gamep</a:t>
            </a:r>
            <a:r>
              <a:rPr lang="en-US" b="true" sz="1612" spc="14" strike="noStrike" u="none">
                <a:solidFill>
                  <a:srgbClr val="7B6861"/>
                </a:solidFill>
                <a:latin typeface="Quicksand Medium"/>
                <a:ea typeface="Quicksand Medium"/>
                <a:cs typeface="Quicksand Medium"/>
                <a:sym typeface="Quicksand Medium"/>
              </a:rPr>
              <a:t>la</a:t>
            </a:r>
            <a:r>
              <a:rPr lang="en-US" b="true" sz="1612" spc="14" strike="noStrike" u="none">
                <a:solidFill>
                  <a:srgbClr val="7B6861"/>
                </a:solidFill>
                <a:latin typeface="Quicksand Medium"/>
                <a:ea typeface="Quicksand Medium"/>
                <a:cs typeface="Quicksand Medium"/>
                <a:sym typeface="Quicksand Medium"/>
              </a:rPr>
              <a:t>y.</a:t>
            </a:r>
          </a:p>
          <a:p>
            <a:pPr algn="l" marL="696161" indent="-232054" lvl="2">
              <a:lnSpc>
                <a:spcPts val="2192"/>
              </a:lnSpc>
              <a:spcBef>
                <a:spcPct val="0"/>
              </a:spcBef>
              <a:buFont typeface="Arial"/>
              <a:buChar char="⚬"/>
            </a:pPr>
            <a:r>
              <a:rPr lang="en-US" b="true" sz="1612" spc="14" strike="noStrike" u="none">
                <a:solidFill>
                  <a:srgbClr val="7B6861"/>
                </a:solidFill>
                <a:latin typeface="Quicksand Medium"/>
                <a:ea typeface="Quicksand Medium"/>
                <a:cs typeface="Quicksand Medium"/>
                <a:sym typeface="Quicksand Medium"/>
              </a:rPr>
              <a:t>Bright </a:t>
            </a:r>
            <a:r>
              <a:rPr lang="en-US" b="true" sz="1612" spc="14" strike="noStrike" u="none">
                <a:solidFill>
                  <a:srgbClr val="7B6861"/>
                </a:solidFill>
                <a:latin typeface="Quicksand Medium"/>
                <a:ea typeface="Quicksand Medium"/>
                <a:cs typeface="Quicksand Medium"/>
                <a:sym typeface="Quicksand Medium"/>
              </a:rPr>
              <a:t>c</a:t>
            </a:r>
            <a:r>
              <a:rPr lang="en-US" b="true" sz="1612" spc="14" strike="noStrike" u="none">
                <a:solidFill>
                  <a:srgbClr val="7B6861"/>
                </a:solidFill>
                <a:latin typeface="Quicksand Medium"/>
                <a:ea typeface="Quicksand Medium"/>
                <a:cs typeface="Quicksand Medium"/>
                <a:sym typeface="Quicksand Medium"/>
              </a:rPr>
              <a:t>olor</a:t>
            </a:r>
            <a:r>
              <a:rPr lang="en-US" b="true" sz="1612" spc="14" strike="noStrike" u="none">
                <a:solidFill>
                  <a:srgbClr val="7B6861"/>
                </a:solidFill>
                <a:latin typeface="Quicksand Medium"/>
                <a:ea typeface="Quicksand Medium"/>
                <a:cs typeface="Quicksand Medium"/>
                <a:sym typeface="Quicksand Medium"/>
              </a:rPr>
              <a:t>s </a:t>
            </a:r>
            <a:r>
              <a:rPr lang="en-US" b="true" sz="1612" spc="14" strike="noStrike" u="none">
                <a:solidFill>
                  <a:srgbClr val="7B6861"/>
                </a:solidFill>
                <a:latin typeface="Quicksand Medium"/>
                <a:ea typeface="Quicksand Medium"/>
                <a:cs typeface="Quicksand Medium"/>
                <a:sym typeface="Quicksand Medium"/>
              </a:rPr>
              <a:t>a</a:t>
            </a:r>
            <a:r>
              <a:rPr lang="en-US" b="true" sz="1612" spc="14" strike="noStrike" u="none">
                <a:solidFill>
                  <a:srgbClr val="7B6861"/>
                </a:solidFill>
                <a:latin typeface="Quicksand Medium"/>
                <a:ea typeface="Quicksand Medium"/>
                <a:cs typeface="Quicksand Medium"/>
                <a:sym typeface="Quicksand Medium"/>
              </a:rPr>
              <a:t>n</a:t>
            </a:r>
            <a:r>
              <a:rPr lang="en-US" b="true" sz="1612" spc="14" strike="noStrike" u="none">
                <a:solidFill>
                  <a:srgbClr val="7B6861"/>
                </a:solidFill>
                <a:latin typeface="Quicksand Medium"/>
                <a:ea typeface="Quicksand Medium"/>
                <a:cs typeface="Quicksand Medium"/>
                <a:sym typeface="Quicksand Medium"/>
              </a:rPr>
              <a:t>d mo</a:t>
            </a:r>
            <a:r>
              <a:rPr lang="en-US" b="true" sz="1612" spc="14" strike="noStrike" u="none">
                <a:solidFill>
                  <a:srgbClr val="7B6861"/>
                </a:solidFill>
                <a:latin typeface="Quicksand Medium"/>
                <a:ea typeface="Quicksand Medium"/>
                <a:cs typeface="Quicksand Medium"/>
                <a:sym typeface="Quicksand Medium"/>
              </a:rPr>
              <a:t>vi</a:t>
            </a:r>
            <a:r>
              <a:rPr lang="en-US" b="true" sz="1612" spc="14" strike="noStrike" u="none">
                <a:solidFill>
                  <a:srgbClr val="7B6861"/>
                </a:solidFill>
                <a:latin typeface="Quicksand Medium"/>
                <a:ea typeface="Quicksand Medium"/>
                <a:cs typeface="Quicksand Medium"/>
                <a:sym typeface="Quicksand Medium"/>
              </a:rPr>
              <a:t>ng part</a:t>
            </a:r>
            <a:r>
              <a:rPr lang="en-US" b="true" sz="1612" spc="14" strike="noStrike" u="none">
                <a:solidFill>
                  <a:srgbClr val="7B6861"/>
                </a:solidFill>
                <a:latin typeface="Quicksand Medium"/>
                <a:ea typeface="Quicksand Medium"/>
                <a:cs typeface="Quicksand Medium"/>
                <a:sym typeface="Quicksand Medium"/>
              </a:rPr>
              <a:t>s </a:t>
            </a:r>
            <a:r>
              <a:rPr lang="en-US" b="true" sz="1612" spc="14" strike="noStrike" u="none">
                <a:solidFill>
                  <a:srgbClr val="7B6861"/>
                </a:solidFill>
                <a:latin typeface="Quicksand Medium"/>
                <a:ea typeface="Quicksand Medium"/>
                <a:cs typeface="Quicksand Medium"/>
                <a:sym typeface="Quicksand Medium"/>
              </a:rPr>
              <a:t>susta</a:t>
            </a:r>
            <a:r>
              <a:rPr lang="en-US" b="true" sz="1612" spc="14" strike="noStrike" u="none">
                <a:solidFill>
                  <a:srgbClr val="7B6861"/>
                </a:solidFill>
                <a:latin typeface="Quicksand Medium"/>
                <a:ea typeface="Quicksand Medium"/>
                <a:cs typeface="Quicksand Medium"/>
                <a:sym typeface="Quicksand Medium"/>
              </a:rPr>
              <a:t>i</a:t>
            </a:r>
            <a:r>
              <a:rPr lang="en-US" b="true" sz="1612" spc="14" strike="noStrike" u="none">
                <a:solidFill>
                  <a:srgbClr val="7B6861"/>
                </a:solidFill>
                <a:latin typeface="Quicksand Medium"/>
                <a:ea typeface="Quicksand Medium"/>
                <a:cs typeface="Quicksand Medium"/>
                <a:sym typeface="Quicksand Medium"/>
              </a:rPr>
              <a:t>n their attention span</a:t>
            </a:r>
            <a:r>
              <a:rPr lang="en-US" b="true" sz="1612" spc="14" strike="noStrike" u="none">
                <a:solidFill>
                  <a:srgbClr val="7B6861"/>
                </a:solidFill>
                <a:latin typeface="Quicksand Medium"/>
                <a:ea typeface="Quicksand Medium"/>
                <a:cs typeface="Quicksand Medium"/>
                <a:sym typeface="Quicksand Medium"/>
              </a:rPr>
              <a:t>.</a:t>
            </a:r>
          </a:p>
          <a:p>
            <a:pPr algn="l" marL="696161" indent="-232054" lvl="2">
              <a:lnSpc>
                <a:spcPts val="2192"/>
              </a:lnSpc>
              <a:spcBef>
                <a:spcPct val="0"/>
              </a:spcBef>
              <a:buFont typeface="Arial"/>
              <a:buChar char="⚬"/>
            </a:pPr>
            <a:r>
              <a:rPr lang="en-US" b="true" sz="1612" spc="14" strike="noStrike" u="none">
                <a:solidFill>
                  <a:srgbClr val="7B6861"/>
                </a:solidFill>
                <a:latin typeface="Quicksand Medium"/>
                <a:ea typeface="Quicksand Medium"/>
                <a:cs typeface="Quicksand Medium"/>
                <a:sym typeface="Quicksand Medium"/>
              </a:rPr>
              <a:t>Safety</a:t>
            </a:r>
            <a:r>
              <a:rPr lang="en-US" b="true" sz="1612" spc="14" strike="noStrike" u="none">
                <a:solidFill>
                  <a:srgbClr val="7B6861"/>
                </a:solidFill>
                <a:latin typeface="Quicksand Medium"/>
                <a:ea typeface="Quicksand Medium"/>
                <a:cs typeface="Quicksand Medium"/>
                <a:sym typeface="Quicksand Medium"/>
              </a:rPr>
              <a:t> a</a:t>
            </a:r>
            <a:r>
              <a:rPr lang="en-US" b="true" sz="1612" spc="14" strike="noStrike" u="none">
                <a:solidFill>
                  <a:srgbClr val="7B6861"/>
                </a:solidFill>
                <a:latin typeface="Quicksand Medium"/>
                <a:ea typeface="Quicksand Medium"/>
                <a:cs typeface="Quicksand Medium"/>
                <a:sym typeface="Quicksand Medium"/>
              </a:rPr>
              <a:t>nd</a:t>
            </a:r>
            <a:r>
              <a:rPr lang="en-US" b="true" sz="1612" spc="14" strike="noStrike" u="none">
                <a:solidFill>
                  <a:srgbClr val="7B6861"/>
                </a:solidFill>
                <a:latin typeface="Quicksand Medium"/>
                <a:ea typeface="Quicksand Medium"/>
                <a:cs typeface="Quicksand Medium"/>
                <a:sym typeface="Quicksand Medium"/>
              </a:rPr>
              <a:t> </a:t>
            </a:r>
            <a:r>
              <a:rPr lang="en-US" b="true" sz="1612" spc="14" strike="noStrike" u="none">
                <a:solidFill>
                  <a:srgbClr val="7B6861"/>
                </a:solidFill>
                <a:latin typeface="Quicksand Medium"/>
                <a:ea typeface="Quicksand Medium"/>
                <a:cs typeface="Quicksand Medium"/>
                <a:sym typeface="Quicksand Medium"/>
              </a:rPr>
              <a:t>dur</a:t>
            </a:r>
            <a:r>
              <a:rPr lang="en-US" b="true" sz="1612" spc="14" strike="noStrike" u="none">
                <a:solidFill>
                  <a:srgbClr val="7B6861"/>
                </a:solidFill>
                <a:latin typeface="Quicksand Medium"/>
                <a:ea typeface="Quicksand Medium"/>
                <a:cs typeface="Quicksand Medium"/>
                <a:sym typeface="Quicksand Medium"/>
              </a:rPr>
              <a:t>a</a:t>
            </a:r>
            <a:r>
              <a:rPr lang="en-US" b="true" sz="1612" spc="14" strike="noStrike" u="none">
                <a:solidFill>
                  <a:srgbClr val="7B6861"/>
                </a:solidFill>
                <a:latin typeface="Quicksand Medium"/>
                <a:ea typeface="Quicksand Medium"/>
                <a:cs typeface="Quicksand Medium"/>
                <a:sym typeface="Quicksand Medium"/>
              </a:rPr>
              <a:t>bili</a:t>
            </a:r>
            <a:r>
              <a:rPr lang="en-US" b="true" sz="1612" spc="14" strike="noStrike" u="none">
                <a:solidFill>
                  <a:srgbClr val="7B6861"/>
                </a:solidFill>
                <a:latin typeface="Quicksand Medium"/>
                <a:ea typeface="Quicksand Medium"/>
                <a:cs typeface="Quicksand Medium"/>
                <a:sym typeface="Quicksand Medium"/>
              </a:rPr>
              <a:t>t</a:t>
            </a:r>
            <a:r>
              <a:rPr lang="en-US" b="true" sz="1612" spc="14" strike="noStrike" u="none">
                <a:solidFill>
                  <a:srgbClr val="7B6861"/>
                </a:solidFill>
                <a:latin typeface="Quicksand Medium"/>
                <a:ea typeface="Quicksand Medium"/>
                <a:cs typeface="Quicksand Medium"/>
                <a:sym typeface="Quicksand Medium"/>
              </a:rPr>
              <a:t>y</a:t>
            </a:r>
            <a:r>
              <a:rPr lang="en-US" b="true" sz="1612" spc="14" strike="noStrike" u="none">
                <a:solidFill>
                  <a:srgbClr val="7B6861"/>
                </a:solidFill>
                <a:latin typeface="Quicksand Medium"/>
                <a:ea typeface="Quicksand Medium"/>
                <a:cs typeface="Quicksand Medium"/>
                <a:sym typeface="Quicksand Medium"/>
              </a:rPr>
              <a:t> </a:t>
            </a:r>
            <a:r>
              <a:rPr lang="en-US" b="true" sz="1612" spc="14" strike="noStrike" u="none">
                <a:solidFill>
                  <a:srgbClr val="7B6861"/>
                </a:solidFill>
                <a:latin typeface="Quicksand Medium"/>
                <a:ea typeface="Quicksand Medium"/>
                <a:cs typeface="Quicksand Medium"/>
                <a:sym typeface="Quicksand Medium"/>
              </a:rPr>
              <a:t>ar</a:t>
            </a:r>
            <a:r>
              <a:rPr lang="en-US" b="true" sz="1612" spc="14" strike="noStrike" u="none">
                <a:solidFill>
                  <a:srgbClr val="7B6861"/>
                </a:solidFill>
                <a:latin typeface="Quicksand Medium"/>
                <a:ea typeface="Quicksand Medium"/>
                <a:cs typeface="Quicksand Medium"/>
                <a:sym typeface="Quicksand Medium"/>
              </a:rPr>
              <a:t>e</a:t>
            </a:r>
            <a:r>
              <a:rPr lang="en-US" b="true" sz="1612" spc="14" strike="noStrike" u="none">
                <a:solidFill>
                  <a:srgbClr val="7B6861"/>
                </a:solidFill>
                <a:latin typeface="Quicksand Medium"/>
                <a:ea typeface="Quicksand Medium"/>
                <a:cs typeface="Quicksand Medium"/>
                <a:sym typeface="Quicksand Medium"/>
              </a:rPr>
              <a:t> th</a:t>
            </a:r>
            <a:r>
              <a:rPr lang="en-US" b="true" sz="1612" spc="14" strike="noStrike" u="none">
                <a:solidFill>
                  <a:srgbClr val="7B6861"/>
                </a:solidFill>
                <a:latin typeface="Quicksand Medium"/>
                <a:ea typeface="Quicksand Medium"/>
                <a:cs typeface="Quicksand Medium"/>
                <a:sym typeface="Quicksand Medium"/>
              </a:rPr>
              <a:t>e</a:t>
            </a:r>
            <a:r>
              <a:rPr lang="en-US" b="true" sz="1612" spc="14" strike="noStrike" u="none">
                <a:solidFill>
                  <a:srgbClr val="7B6861"/>
                </a:solidFill>
                <a:latin typeface="Quicksand Medium"/>
                <a:ea typeface="Quicksand Medium"/>
                <a:cs typeface="Quicksand Medium"/>
                <a:sym typeface="Quicksand Medium"/>
              </a:rPr>
              <a:t> top p</a:t>
            </a:r>
            <a:r>
              <a:rPr lang="en-US" b="true" sz="1612" spc="14" strike="noStrike" u="none">
                <a:solidFill>
                  <a:srgbClr val="7B6861"/>
                </a:solidFill>
                <a:latin typeface="Quicksand Medium"/>
                <a:ea typeface="Quicksand Medium"/>
                <a:cs typeface="Quicksand Medium"/>
                <a:sym typeface="Quicksand Medium"/>
              </a:rPr>
              <a:t>ri</a:t>
            </a:r>
            <a:r>
              <a:rPr lang="en-US" b="true" sz="1612" spc="14" strike="noStrike" u="none">
                <a:solidFill>
                  <a:srgbClr val="7B6861"/>
                </a:solidFill>
                <a:latin typeface="Quicksand Medium"/>
                <a:ea typeface="Quicksand Medium"/>
                <a:cs typeface="Quicksand Medium"/>
                <a:sym typeface="Quicksand Medium"/>
              </a:rPr>
              <a:t>oritie</a:t>
            </a:r>
            <a:r>
              <a:rPr lang="en-US" b="true" sz="1612" spc="14" strike="noStrike" u="none">
                <a:solidFill>
                  <a:srgbClr val="7B6861"/>
                </a:solidFill>
                <a:latin typeface="Quicksand Medium"/>
                <a:ea typeface="Quicksand Medium"/>
                <a:cs typeface="Quicksand Medium"/>
                <a:sym typeface="Quicksand Medium"/>
              </a:rPr>
              <a:t>s</a:t>
            </a:r>
            <a:r>
              <a:rPr lang="en-US" b="true" sz="1612" spc="14" strike="noStrike" u="none">
                <a:solidFill>
                  <a:srgbClr val="7B6861"/>
                </a:solidFill>
                <a:latin typeface="Quicksand Medium"/>
                <a:ea typeface="Quicksand Medium"/>
                <a:cs typeface="Quicksand Medium"/>
                <a:sym typeface="Quicksand Medium"/>
              </a:rPr>
              <a:t> for par</a:t>
            </a:r>
            <a:r>
              <a:rPr lang="en-US" b="true" sz="1612" spc="14" strike="noStrike" u="none">
                <a:solidFill>
                  <a:srgbClr val="7B6861"/>
                </a:solidFill>
                <a:latin typeface="Quicksand Medium"/>
                <a:ea typeface="Quicksand Medium"/>
                <a:cs typeface="Quicksand Medium"/>
                <a:sym typeface="Quicksand Medium"/>
              </a:rPr>
              <a:t>e</a:t>
            </a:r>
            <a:r>
              <a:rPr lang="en-US" b="true" sz="1612" spc="14" strike="noStrike" u="none">
                <a:solidFill>
                  <a:srgbClr val="7B6861"/>
                </a:solidFill>
                <a:latin typeface="Quicksand Medium"/>
                <a:ea typeface="Quicksand Medium"/>
                <a:cs typeface="Quicksand Medium"/>
                <a:sym typeface="Quicksand Medium"/>
              </a:rPr>
              <a:t>nts</a:t>
            </a:r>
            <a:r>
              <a:rPr lang="en-US" b="true" sz="1612" spc="14" strike="noStrike" u="none">
                <a:solidFill>
                  <a:srgbClr val="7B6861"/>
                </a:solidFill>
                <a:latin typeface="Quicksand Medium"/>
                <a:ea typeface="Quicksand Medium"/>
                <a:cs typeface="Quicksand Medium"/>
                <a:sym typeface="Quicksand Medium"/>
              </a:rPr>
              <a:t> </a:t>
            </a:r>
            <a:r>
              <a:rPr lang="en-US" b="true" sz="1612" spc="14" strike="noStrike" u="none">
                <a:solidFill>
                  <a:srgbClr val="7B6861"/>
                </a:solidFill>
                <a:latin typeface="Quicksand Medium"/>
                <a:ea typeface="Quicksand Medium"/>
                <a:cs typeface="Quicksand Medium"/>
                <a:sym typeface="Quicksand Medium"/>
              </a:rPr>
              <a:t>a</a:t>
            </a:r>
            <a:r>
              <a:rPr lang="en-US" b="true" sz="1612" spc="14" strike="noStrike" u="none">
                <a:solidFill>
                  <a:srgbClr val="7B6861"/>
                </a:solidFill>
                <a:latin typeface="Quicksand Medium"/>
                <a:ea typeface="Quicksand Medium"/>
                <a:cs typeface="Quicksand Medium"/>
                <a:sym typeface="Quicksand Medium"/>
              </a:rPr>
              <a:t>n</a:t>
            </a:r>
            <a:r>
              <a:rPr lang="en-US" b="true" sz="1612" spc="14" strike="noStrike" u="none">
                <a:solidFill>
                  <a:srgbClr val="7B6861"/>
                </a:solidFill>
                <a:latin typeface="Quicksand Medium"/>
                <a:ea typeface="Quicksand Medium"/>
                <a:cs typeface="Quicksand Medium"/>
                <a:sym typeface="Quicksand Medium"/>
              </a:rPr>
              <a:t>d superv</a:t>
            </a:r>
            <a:r>
              <a:rPr lang="en-US" b="true" sz="1612" spc="14" strike="noStrike" u="none">
                <a:solidFill>
                  <a:srgbClr val="7B6861"/>
                </a:solidFill>
                <a:latin typeface="Quicksand Medium"/>
                <a:ea typeface="Quicksand Medium"/>
                <a:cs typeface="Quicksand Medium"/>
                <a:sym typeface="Quicksand Medium"/>
              </a:rPr>
              <a:t>is</a:t>
            </a:r>
            <a:r>
              <a:rPr lang="en-US" b="true" sz="1612" spc="14" strike="noStrike" u="none">
                <a:solidFill>
                  <a:srgbClr val="7B6861"/>
                </a:solidFill>
                <a:latin typeface="Quicksand Medium"/>
                <a:ea typeface="Quicksand Medium"/>
                <a:cs typeface="Quicksand Medium"/>
                <a:sym typeface="Quicksand Medium"/>
              </a:rPr>
              <a:t>ors</a:t>
            </a:r>
            <a:r>
              <a:rPr lang="en-US" b="true" sz="1612" spc="14" strike="noStrike" u="none">
                <a:solidFill>
                  <a:srgbClr val="7B6861"/>
                </a:solidFill>
                <a:latin typeface="Quicksand Medium"/>
                <a:ea typeface="Quicksand Medium"/>
                <a:cs typeface="Quicksand Medium"/>
                <a:sym typeface="Quicksand Medium"/>
              </a:rPr>
              <a:t>.</a:t>
            </a:r>
          </a:p>
          <a:p>
            <a:pPr algn="l" marL="348081" indent="-174040" lvl="1">
              <a:lnSpc>
                <a:spcPts val="2192"/>
              </a:lnSpc>
              <a:spcBef>
                <a:spcPct val="0"/>
              </a:spcBef>
              <a:buFont typeface="Arial"/>
              <a:buChar char="•"/>
            </a:pPr>
            <a:r>
              <a:rPr lang="en-US" b="true" sz="1612" spc="14" strike="noStrike" u="none">
                <a:solidFill>
                  <a:srgbClr val="7B6861"/>
                </a:solidFill>
                <a:latin typeface="Quicksand Medium"/>
                <a:ea typeface="Quicksand Medium"/>
                <a:cs typeface="Quicksand Medium"/>
                <a:sym typeface="Quicksand Medium"/>
              </a:rPr>
              <a:t>How</a:t>
            </a:r>
            <a:r>
              <a:rPr lang="en-US" b="true" sz="1612" spc="14" strike="noStrike" u="none">
                <a:solidFill>
                  <a:srgbClr val="7B6861"/>
                </a:solidFill>
                <a:latin typeface="Quicksand Medium"/>
                <a:ea typeface="Quicksand Medium"/>
                <a:cs typeface="Quicksand Medium"/>
                <a:sym typeface="Quicksand Medium"/>
              </a:rPr>
              <a:t> </a:t>
            </a:r>
            <a:r>
              <a:rPr lang="en-US" b="true" sz="1612" spc="14" strike="noStrike" u="none">
                <a:solidFill>
                  <a:srgbClr val="7B6861"/>
                </a:solidFill>
                <a:latin typeface="Quicksand Medium"/>
                <a:ea typeface="Quicksand Medium"/>
                <a:cs typeface="Quicksand Medium"/>
                <a:sym typeface="Quicksand Medium"/>
              </a:rPr>
              <a:t>In</a:t>
            </a:r>
            <a:r>
              <a:rPr lang="en-US" b="true" sz="1612" spc="14" strike="noStrike" u="none">
                <a:solidFill>
                  <a:srgbClr val="7B6861"/>
                </a:solidFill>
                <a:latin typeface="Quicksand Medium"/>
                <a:ea typeface="Quicksand Medium"/>
                <a:cs typeface="Quicksand Medium"/>
                <a:sym typeface="Quicksand Medium"/>
              </a:rPr>
              <a:t>s</a:t>
            </a:r>
            <a:r>
              <a:rPr lang="en-US" b="true" sz="1612" spc="14" strike="noStrike" u="none">
                <a:solidFill>
                  <a:srgbClr val="7B6861"/>
                </a:solidFill>
                <a:latin typeface="Quicksand Medium"/>
                <a:ea typeface="Quicksand Medium"/>
                <a:cs typeface="Quicksand Medium"/>
                <a:sym typeface="Quicksand Medium"/>
              </a:rPr>
              <a:t>ights I</a:t>
            </a:r>
            <a:r>
              <a:rPr lang="en-US" b="true" sz="1612" spc="14" strike="noStrike" u="none">
                <a:solidFill>
                  <a:srgbClr val="7B6861"/>
                </a:solidFill>
                <a:latin typeface="Quicksand Medium"/>
                <a:ea typeface="Quicksand Medium"/>
                <a:cs typeface="Quicksand Medium"/>
                <a:sym typeface="Quicksand Medium"/>
              </a:rPr>
              <a:t>n</a:t>
            </a:r>
            <a:r>
              <a:rPr lang="en-US" b="true" sz="1612" spc="14" strike="noStrike" u="none">
                <a:solidFill>
                  <a:srgbClr val="7B6861"/>
                </a:solidFill>
                <a:latin typeface="Quicksand Medium"/>
                <a:ea typeface="Quicksand Medium"/>
                <a:cs typeface="Quicksand Medium"/>
                <a:sym typeface="Quicksand Medium"/>
              </a:rPr>
              <a:t>forme</a:t>
            </a:r>
            <a:r>
              <a:rPr lang="en-US" b="true" sz="1612" spc="14" strike="noStrike" u="none">
                <a:solidFill>
                  <a:srgbClr val="7B6861"/>
                </a:solidFill>
                <a:latin typeface="Quicksand Medium"/>
                <a:ea typeface="Quicksand Medium"/>
                <a:cs typeface="Quicksand Medium"/>
                <a:sym typeface="Quicksand Medium"/>
              </a:rPr>
              <a:t>d</a:t>
            </a:r>
            <a:r>
              <a:rPr lang="en-US" b="true" sz="1612" spc="14" strike="noStrike" u="none">
                <a:solidFill>
                  <a:srgbClr val="7B6861"/>
                </a:solidFill>
                <a:latin typeface="Quicksand Medium"/>
                <a:ea typeface="Quicksand Medium"/>
                <a:cs typeface="Quicksand Medium"/>
                <a:sym typeface="Quicksand Medium"/>
              </a:rPr>
              <a:t> the Des</a:t>
            </a:r>
            <a:r>
              <a:rPr lang="en-US" b="true" sz="1612" spc="14" strike="noStrike" u="none">
                <a:solidFill>
                  <a:srgbClr val="7B6861"/>
                </a:solidFill>
                <a:latin typeface="Quicksand Medium"/>
                <a:ea typeface="Quicksand Medium"/>
                <a:cs typeface="Quicksand Medium"/>
                <a:sym typeface="Quicksand Medium"/>
              </a:rPr>
              <a:t>i</a:t>
            </a:r>
            <a:r>
              <a:rPr lang="en-US" b="true" sz="1612" spc="14" strike="noStrike" u="none">
                <a:solidFill>
                  <a:srgbClr val="7B6861"/>
                </a:solidFill>
                <a:latin typeface="Quicksand Medium"/>
                <a:ea typeface="Quicksand Medium"/>
                <a:cs typeface="Quicksand Medium"/>
                <a:sym typeface="Quicksand Medium"/>
              </a:rPr>
              <a:t>gn: * The toy wa</a:t>
            </a:r>
            <a:r>
              <a:rPr lang="en-US" b="true" sz="1612" spc="14" strike="noStrike" u="none">
                <a:solidFill>
                  <a:srgbClr val="7B6861"/>
                </a:solidFill>
                <a:latin typeface="Quicksand Medium"/>
                <a:ea typeface="Quicksand Medium"/>
                <a:cs typeface="Quicksand Medium"/>
                <a:sym typeface="Quicksand Medium"/>
              </a:rPr>
              <a:t>s</a:t>
            </a:r>
            <a:r>
              <a:rPr lang="en-US" b="true" sz="1612" spc="14" strike="noStrike" u="none">
                <a:solidFill>
                  <a:srgbClr val="7B6861"/>
                </a:solidFill>
                <a:latin typeface="Quicksand Medium"/>
                <a:ea typeface="Quicksand Medium"/>
                <a:cs typeface="Quicksand Medium"/>
                <a:sym typeface="Quicksand Medium"/>
              </a:rPr>
              <a:t> </a:t>
            </a:r>
            <a:r>
              <a:rPr lang="en-US" b="true" sz="1612" spc="14" strike="noStrike" u="none">
                <a:solidFill>
                  <a:srgbClr val="7B6861"/>
                </a:solidFill>
                <a:latin typeface="Quicksand Medium"/>
                <a:ea typeface="Quicksand Medium"/>
                <a:cs typeface="Quicksand Medium"/>
                <a:sym typeface="Quicksand Medium"/>
              </a:rPr>
              <a:t>s</a:t>
            </a:r>
            <a:r>
              <a:rPr lang="en-US" b="true" sz="1612" spc="14" strike="noStrike" u="none">
                <a:solidFill>
                  <a:srgbClr val="7B6861"/>
                </a:solidFill>
                <a:latin typeface="Quicksand Medium"/>
                <a:ea typeface="Quicksand Medium"/>
                <a:cs typeface="Quicksand Medium"/>
                <a:sym typeface="Quicksand Medium"/>
              </a:rPr>
              <a:t>plit into two stag</a:t>
            </a:r>
            <a:r>
              <a:rPr lang="en-US" b="true" sz="1612" spc="14" strike="noStrike" u="none">
                <a:solidFill>
                  <a:srgbClr val="7B6861"/>
                </a:solidFill>
                <a:latin typeface="Quicksand Medium"/>
                <a:ea typeface="Quicksand Medium"/>
                <a:cs typeface="Quicksand Medium"/>
                <a:sym typeface="Quicksand Medium"/>
              </a:rPr>
              <a:t>e</a:t>
            </a:r>
            <a:r>
              <a:rPr lang="en-US" b="true" sz="1612" spc="14" strike="noStrike" u="none">
                <a:solidFill>
                  <a:srgbClr val="7B6861"/>
                </a:solidFill>
                <a:latin typeface="Quicksand Medium"/>
                <a:ea typeface="Quicksand Medium"/>
                <a:cs typeface="Quicksand Medium"/>
                <a:sym typeface="Quicksand Medium"/>
              </a:rPr>
              <a:t>s:</a:t>
            </a:r>
            <a:r>
              <a:rPr lang="en-US" b="true" sz="1612" spc="14" strike="noStrike" u="none">
                <a:solidFill>
                  <a:srgbClr val="7B6861"/>
                </a:solidFill>
                <a:latin typeface="Quicksand Medium"/>
                <a:ea typeface="Quicksand Medium"/>
                <a:cs typeface="Quicksand Medium"/>
                <a:sym typeface="Quicksand Medium"/>
              </a:rPr>
              <a:t> </a:t>
            </a:r>
            <a:r>
              <a:rPr lang="en-US" b="true" sz="1612" spc="14" strike="noStrike" u="none">
                <a:solidFill>
                  <a:srgbClr val="7B6861"/>
                </a:solidFill>
                <a:latin typeface="Quicksand Medium"/>
                <a:ea typeface="Quicksand Medium"/>
                <a:cs typeface="Quicksand Medium"/>
                <a:sym typeface="Quicksand Medium"/>
              </a:rPr>
              <a:t>a low-</a:t>
            </a:r>
            <a:r>
              <a:rPr lang="en-US" b="true" sz="1612" spc="14" strike="noStrike" u="none">
                <a:solidFill>
                  <a:srgbClr val="7B6861"/>
                </a:solidFill>
                <a:latin typeface="Quicksand Medium"/>
                <a:ea typeface="Quicksand Medium"/>
                <a:cs typeface="Quicksand Medium"/>
                <a:sym typeface="Quicksand Medium"/>
              </a:rPr>
              <a:t>s</a:t>
            </a:r>
            <a:r>
              <a:rPr lang="en-US" b="true" sz="1612" spc="14" strike="noStrike" u="none">
                <a:solidFill>
                  <a:srgbClr val="7B6861"/>
                </a:solidFill>
                <a:latin typeface="Quicksand Medium"/>
                <a:ea typeface="Quicksand Medium"/>
                <a:cs typeface="Quicksand Medium"/>
                <a:sym typeface="Quicksand Medium"/>
              </a:rPr>
              <a:t>peed</a:t>
            </a:r>
            <a:r>
              <a:rPr lang="en-US" b="true" sz="1612" spc="14" strike="noStrike" u="none">
                <a:solidFill>
                  <a:srgbClr val="7B6861"/>
                </a:solidFill>
                <a:latin typeface="Quicksand Medium"/>
                <a:ea typeface="Quicksand Medium"/>
                <a:cs typeface="Quicksand Medium"/>
                <a:sym typeface="Quicksand Medium"/>
              </a:rPr>
              <a:t> </a:t>
            </a:r>
            <a:r>
              <a:rPr lang="en-US" b="true" sz="1612" spc="14" strike="noStrike" u="none">
                <a:solidFill>
                  <a:srgbClr val="7B6861"/>
                </a:solidFill>
                <a:latin typeface="Quicksand Medium"/>
                <a:ea typeface="Quicksand Medium"/>
                <a:cs typeface="Quicksand Medium"/>
                <a:sym typeface="Quicksand Medium"/>
              </a:rPr>
              <a:t>so</a:t>
            </a:r>
            <a:r>
              <a:rPr lang="en-US" b="true" sz="1612" spc="14" strike="noStrike" u="none">
                <a:solidFill>
                  <a:srgbClr val="7B6861"/>
                </a:solidFill>
                <a:latin typeface="Quicksand Medium"/>
                <a:ea typeface="Quicksand Medium"/>
                <a:cs typeface="Quicksand Medium"/>
                <a:sym typeface="Quicksand Medium"/>
              </a:rPr>
              <a:t>r</a:t>
            </a:r>
            <a:r>
              <a:rPr lang="en-US" b="true" sz="1612" spc="14" strike="noStrike" u="none">
                <a:solidFill>
                  <a:srgbClr val="7B6861"/>
                </a:solidFill>
                <a:latin typeface="Quicksand Medium"/>
                <a:ea typeface="Quicksand Medium"/>
                <a:cs typeface="Quicksand Medium"/>
                <a:sym typeface="Quicksand Medium"/>
              </a:rPr>
              <a:t>ti</a:t>
            </a:r>
            <a:r>
              <a:rPr lang="en-US" b="true" sz="1612" spc="14" strike="noStrike" u="none">
                <a:solidFill>
                  <a:srgbClr val="7B6861"/>
                </a:solidFill>
                <a:latin typeface="Quicksand Medium"/>
                <a:ea typeface="Quicksand Medium"/>
                <a:cs typeface="Quicksand Medium"/>
                <a:sym typeface="Quicksand Medium"/>
              </a:rPr>
              <a:t>n</a:t>
            </a:r>
            <a:r>
              <a:rPr lang="en-US" b="true" sz="1612" spc="14" strike="noStrike" u="none">
                <a:solidFill>
                  <a:srgbClr val="7B6861"/>
                </a:solidFill>
                <a:latin typeface="Quicksand Medium"/>
                <a:ea typeface="Quicksand Medium"/>
                <a:cs typeface="Quicksand Medium"/>
                <a:sym typeface="Quicksand Medium"/>
              </a:rPr>
              <a:t>g mech</a:t>
            </a:r>
            <a:r>
              <a:rPr lang="en-US" b="true" sz="1612" spc="14" strike="noStrike" u="none">
                <a:solidFill>
                  <a:srgbClr val="7B6861"/>
                </a:solidFill>
                <a:latin typeface="Quicksand Medium"/>
                <a:ea typeface="Quicksand Medium"/>
                <a:cs typeface="Quicksand Medium"/>
                <a:sym typeface="Quicksand Medium"/>
              </a:rPr>
              <a:t>a</a:t>
            </a:r>
            <a:r>
              <a:rPr lang="en-US" b="true" sz="1612" spc="14" strike="noStrike" u="none">
                <a:solidFill>
                  <a:srgbClr val="7B6861"/>
                </a:solidFill>
                <a:latin typeface="Quicksand Medium"/>
                <a:ea typeface="Quicksand Medium"/>
                <a:cs typeface="Quicksand Medium"/>
                <a:sym typeface="Quicksand Medium"/>
              </a:rPr>
              <a:t>nism</a:t>
            </a:r>
            <a:r>
              <a:rPr lang="en-US" b="true" sz="1612" spc="14" strike="noStrike" u="none">
                <a:solidFill>
                  <a:srgbClr val="7B6861"/>
                </a:solidFill>
                <a:latin typeface="Quicksand Medium"/>
                <a:ea typeface="Quicksand Medium"/>
                <a:cs typeface="Quicksand Medium"/>
                <a:sym typeface="Quicksand Medium"/>
              </a:rPr>
              <a:t> </a:t>
            </a:r>
            <a:r>
              <a:rPr lang="en-US" b="true" sz="1612" spc="14" strike="noStrike" u="none">
                <a:solidFill>
                  <a:srgbClr val="7B6861"/>
                </a:solidFill>
                <a:latin typeface="Quicksand Medium"/>
                <a:ea typeface="Quicksand Medium"/>
                <a:cs typeface="Quicksand Medium"/>
                <a:sym typeface="Quicksand Medium"/>
              </a:rPr>
              <a:t>for cogniti</a:t>
            </a:r>
            <a:r>
              <a:rPr lang="en-US" b="true" sz="1612" spc="14" strike="noStrike" u="none">
                <a:solidFill>
                  <a:srgbClr val="7B6861"/>
                </a:solidFill>
                <a:latin typeface="Quicksand Medium"/>
                <a:ea typeface="Quicksand Medium"/>
                <a:cs typeface="Quicksand Medium"/>
                <a:sym typeface="Quicksand Medium"/>
              </a:rPr>
              <a:t>ve </a:t>
            </a:r>
            <a:r>
              <a:rPr lang="en-US" b="true" sz="1612" spc="14" strike="noStrike" u="none">
                <a:solidFill>
                  <a:srgbClr val="7B6861"/>
                </a:solidFill>
                <a:latin typeface="Quicksand Medium"/>
                <a:ea typeface="Quicksand Medium"/>
                <a:cs typeface="Quicksand Medium"/>
                <a:sym typeface="Quicksand Medium"/>
              </a:rPr>
              <a:t>deve</a:t>
            </a:r>
            <a:r>
              <a:rPr lang="en-US" b="true" sz="1612" spc="14" strike="noStrike" u="none">
                <a:solidFill>
                  <a:srgbClr val="7B6861"/>
                </a:solidFill>
                <a:latin typeface="Quicksand Medium"/>
                <a:ea typeface="Quicksand Medium"/>
                <a:cs typeface="Quicksand Medium"/>
                <a:sym typeface="Quicksand Medium"/>
              </a:rPr>
              <a:t>l</a:t>
            </a:r>
            <a:r>
              <a:rPr lang="en-US" b="true" sz="1612" spc="14" strike="noStrike" u="none">
                <a:solidFill>
                  <a:srgbClr val="7B6861"/>
                </a:solidFill>
                <a:latin typeface="Quicksand Medium"/>
                <a:ea typeface="Quicksand Medium"/>
                <a:cs typeface="Quicksand Medium"/>
                <a:sym typeface="Quicksand Medium"/>
              </a:rPr>
              <a:t>opm</a:t>
            </a:r>
            <a:r>
              <a:rPr lang="en-US" b="true" sz="1612" spc="14" strike="noStrike" u="none">
                <a:solidFill>
                  <a:srgbClr val="7B6861"/>
                </a:solidFill>
                <a:latin typeface="Quicksand Medium"/>
                <a:ea typeface="Quicksand Medium"/>
                <a:cs typeface="Quicksand Medium"/>
                <a:sym typeface="Quicksand Medium"/>
              </a:rPr>
              <a:t>e</a:t>
            </a:r>
            <a:r>
              <a:rPr lang="en-US" b="true" sz="1612" spc="14" strike="noStrike" u="none">
                <a:solidFill>
                  <a:srgbClr val="7B6861"/>
                </a:solidFill>
                <a:latin typeface="Quicksand Medium"/>
                <a:ea typeface="Quicksand Medium"/>
                <a:cs typeface="Quicksand Medium"/>
                <a:sym typeface="Quicksand Medium"/>
              </a:rPr>
              <a:t>nt, and an ex</a:t>
            </a:r>
            <a:r>
              <a:rPr lang="en-US" b="true" sz="1612" spc="14" strike="noStrike" u="none">
                <a:solidFill>
                  <a:srgbClr val="7B6861"/>
                </a:solidFill>
                <a:latin typeface="Quicksand Medium"/>
                <a:ea typeface="Quicksand Medium"/>
                <a:cs typeface="Quicksand Medium"/>
                <a:sym typeface="Quicksand Medium"/>
              </a:rPr>
              <a:t>c</a:t>
            </a:r>
            <a:r>
              <a:rPr lang="en-US" b="true" sz="1612" spc="14" strike="noStrike" u="none">
                <a:solidFill>
                  <a:srgbClr val="7B6861"/>
                </a:solidFill>
                <a:latin typeface="Quicksand Medium"/>
                <a:ea typeface="Quicksand Medium"/>
                <a:cs typeface="Quicksand Medium"/>
                <a:sym typeface="Quicksand Medium"/>
              </a:rPr>
              <a:t>i</a:t>
            </a:r>
            <a:r>
              <a:rPr lang="en-US" b="true" sz="1612" spc="14" strike="noStrike" u="none">
                <a:solidFill>
                  <a:srgbClr val="7B6861"/>
                </a:solidFill>
                <a:latin typeface="Quicksand Medium"/>
                <a:ea typeface="Quicksand Medium"/>
                <a:cs typeface="Quicksand Medium"/>
                <a:sym typeface="Quicksand Medium"/>
              </a:rPr>
              <a:t>t</a:t>
            </a:r>
            <a:r>
              <a:rPr lang="en-US" b="true" sz="1612" spc="14" strike="noStrike" u="none">
                <a:solidFill>
                  <a:srgbClr val="7B6861"/>
                </a:solidFill>
                <a:latin typeface="Quicksand Medium"/>
                <a:ea typeface="Quicksand Medium"/>
                <a:cs typeface="Quicksand Medium"/>
                <a:sym typeface="Quicksand Medium"/>
              </a:rPr>
              <a:t>ing</a:t>
            </a:r>
            <a:r>
              <a:rPr lang="en-US" b="true" sz="1612" spc="14" strike="noStrike" u="none">
                <a:solidFill>
                  <a:srgbClr val="7B6861"/>
                </a:solidFill>
                <a:latin typeface="Quicksand Medium"/>
                <a:ea typeface="Quicksand Medium"/>
                <a:cs typeface="Quicksand Medium"/>
                <a:sym typeface="Quicksand Medium"/>
              </a:rPr>
              <a:t> </a:t>
            </a:r>
            <a:r>
              <a:rPr lang="en-US" b="true" sz="1612" spc="14" strike="noStrike" u="none">
                <a:solidFill>
                  <a:srgbClr val="7B6861"/>
                </a:solidFill>
                <a:latin typeface="Quicksand Medium"/>
                <a:ea typeface="Quicksand Medium"/>
                <a:cs typeface="Quicksand Medium"/>
                <a:sym typeface="Quicksand Medium"/>
              </a:rPr>
              <a:t>shoot</a:t>
            </a:r>
            <a:r>
              <a:rPr lang="en-US" b="true" sz="1612" spc="14" strike="noStrike" u="none">
                <a:solidFill>
                  <a:srgbClr val="7B6861"/>
                </a:solidFill>
                <a:latin typeface="Quicksand Medium"/>
                <a:ea typeface="Quicksand Medium"/>
                <a:cs typeface="Quicksand Medium"/>
                <a:sym typeface="Quicksand Medium"/>
              </a:rPr>
              <a:t>in</a:t>
            </a:r>
            <a:r>
              <a:rPr lang="en-US" b="true" sz="1612" spc="14" strike="noStrike" u="none">
                <a:solidFill>
                  <a:srgbClr val="7B6861"/>
                </a:solidFill>
                <a:latin typeface="Quicksand Medium"/>
                <a:ea typeface="Quicksand Medium"/>
                <a:cs typeface="Quicksand Medium"/>
                <a:sym typeface="Quicksand Medium"/>
              </a:rPr>
              <a:t>g mechanism to rew</a:t>
            </a:r>
            <a:r>
              <a:rPr lang="en-US" b="true" sz="1612" spc="14" strike="noStrike" u="none">
                <a:solidFill>
                  <a:srgbClr val="7B6861"/>
                </a:solidFill>
                <a:latin typeface="Quicksand Medium"/>
                <a:ea typeface="Quicksand Medium"/>
                <a:cs typeface="Quicksand Medium"/>
                <a:sym typeface="Quicksand Medium"/>
              </a:rPr>
              <a:t>ar</a:t>
            </a:r>
            <a:r>
              <a:rPr lang="en-US" b="true" sz="1612" spc="14" strike="noStrike" u="none">
                <a:solidFill>
                  <a:srgbClr val="7B6861"/>
                </a:solidFill>
                <a:latin typeface="Quicksand Medium"/>
                <a:ea typeface="Quicksand Medium"/>
                <a:cs typeface="Quicksand Medium"/>
                <a:sym typeface="Quicksand Medium"/>
              </a:rPr>
              <a:t>d</a:t>
            </a:r>
            <a:r>
              <a:rPr lang="en-US" b="true" sz="1612" spc="14" strike="noStrike" u="none">
                <a:solidFill>
                  <a:srgbClr val="7B6861"/>
                </a:solidFill>
                <a:latin typeface="Quicksand Medium"/>
                <a:ea typeface="Quicksand Medium"/>
                <a:cs typeface="Quicksand Medium"/>
                <a:sym typeface="Quicksand Medium"/>
              </a:rPr>
              <a:t> </a:t>
            </a:r>
            <a:r>
              <a:rPr lang="en-US" b="true" sz="1612" spc="14" strike="noStrike" u="none">
                <a:solidFill>
                  <a:srgbClr val="7B6861"/>
                </a:solidFill>
                <a:latin typeface="Quicksand Medium"/>
                <a:ea typeface="Quicksand Medium"/>
                <a:cs typeface="Quicksand Medium"/>
                <a:sym typeface="Quicksand Medium"/>
              </a:rPr>
              <a:t>t</a:t>
            </a:r>
            <a:r>
              <a:rPr lang="en-US" b="true" sz="1612" spc="14" strike="noStrike" u="none">
                <a:solidFill>
                  <a:srgbClr val="7B6861"/>
                </a:solidFill>
                <a:latin typeface="Quicksand Medium"/>
                <a:ea typeface="Quicksand Medium"/>
                <a:cs typeface="Quicksand Medium"/>
                <a:sym typeface="Quicksand Medium"/>
              </a:rPr>
              <a:t>h</a:t>
            </a:r>
            <a:r>
              <a:rPr lang="en-US" b="true" sz="1612" spc="14" strike="noStrike" u="none">
                <a:solidFill>
                  <a:srgbClr val="7B6861"/>
                </a:solidFill>
                <a:latin typeface="Quicksand Medium"/>
                <a:ea typeface="Quicksand Medium"/>
                <a:cs typeface="Quicksand Medium"/>
                <a:sym typeface="Quicksand Medium"/>
              </a:rPr>
              <a:t>e child </a:t>
            </a:r>
            <a:r>
              <a:rPr lang="en-US" b="true" sz="1612" spc="14" strike="noStrike" u="none">
                <a:solidFill>
                  <a:srgbClr val="7B6861"/>
                </a:solidFill>
                <a:latin typeface="Quicksand Medium"/>
                <a:ea typeface="Quicksand Medium"/>
                <a:cs typeface="Quicksand Medium"/>
                <a:sym typeface="Quicksand Medium"/>
              </a:rPr>
              <a:t>a</a:t>
            </a:r>
            <a:r>
              <a:rPr lang="en-US" b="true" sz="1612" spc="14" strike="noStrike" u="none">
                <a:solidFill>
                  <a:srgbClr val="7B6861"/>
                </a:solidFill>
                <a:latin typeface="Quicksand Medium"/>
                <a:ea typeface="Quicksand Medium"/>
                <a:cs typeface="Quicksand Medium"/>
                <a:sym typeface="Quicksand Medium"/>
              </a:rPr>
              <a:t>nd ke</a:t>
            </a:r>
            <a:r>
              <a:rPr lang="en-US" b="true" sz="1612" spc="14" strike="noStrike" u="none">
                <a:solidFill>
                  <a:srgbClr val="7B6861"/>
                </a:solidFill>
                <a:latin typeface="Quicksand Medium"/>
                <a:ea typeface="Quicksand Medium"/>
                <a:cs typeface="Quicksand Medium"/>
                <a:sym typeface="Quicksand Medium"/>
              </a:rPr>
              <a:t>e</a:t>
            </a:r>
            <a:r>
              <a:rPr lang="en-US" b="true" sz="1612" spc="14" strike="noStrike" u="none">
                <a:solidFill>
                  <a:srgbClr val="7B6861"/>
                </a:solidFill>
                <a:latin typeface="Quicksand Medium"/>
                <a:ea typeface="Quicksand Medium"/>
                <a:cs typeface="Quicksand Medium"/>
                <a:sym typeface="Quicksand Medium"/>
              </a:rPr>
              <a:t>p </a:t>
            </a:r>
            <a:r>
              <a:rPr lang="en-US" b="true" sz="1612" spc="14" strike="noStrike" u="none">
                <a:solidFill>
                  <a:srgbClr val="7B6861"/>
                </a:solidFill>
                <a:latin typeface="Quicksand Medium"/>
                <a:ea typeface="Quicksand Medium"/>
                <a:cs typeface="Quicksand Medium"/>
                <a:sym typeface="Quicksand Medium"/>
              </a:rPr>
              <a:t>t</a:t>
            </a:r>
            <a:r>
              <a:rPr lang="en-US" b="true" sz="1612" spc="14" strike="noStrike" u="none">
                <a:solidFill>
                  <a:srgbClr val="7B6861"/>
                </a:solidFill>
                <a:latin typeface="Quicksand Medium"/>
                <a:ea typeface="Quicksand Medium"/>
                <a:cs typeface="Quicksand Medium"/>
                <a:sym typeface="Quicksand Medium"/>
              </a:rPr>
              <a:t>hem eng</a:t>
            </a:r>
            <a:r>
              <a:rPr lang="en-US" b="true" sz="1612" spc="14" strike="noStrike" u="none">
                <a:solidFill>
                  <a:srgbClr val="7B6861"/>
                </a:solidFill>
                <a:latin typeface="Quicksand Medium"/>
                <a:ea typeface="Quicksand Medium"/>
                <a:cs typeface="Quicksand Medium"/>
                <a:sym typeface="Quicksand Medium"/>
              </a:rPr>
              <a:t>a</a:t>
            </a:r>
            <a:r>
              <a:rPr lang="en-US" b="true" sz="1612" spc="14" strike="noStrike" u="none">
                <a:solidFill>
                  <a:srgbClr val="7B6861"/>
                </a:solidFill>
                <a:latin typeface="Quicksand Medium"/>
                <a:ea typeface="Quicksand Medium"/>
                <a:cs typeface="Quicksand Medium"/>
                <a:sym typeface="Quicksand Medium"/>
              </a:rPr>
              <a:t>ged</a:t>
            </a:r>
            <a:r>
              <a:rPr lang="en-US" b="true" sz="1612" spc="14" strike="noStrike" u="none">
                <a:solidFill>
                  <a:srgbClr val="7B6861"/>
                </a:solidFill>
                <a:latin typeface="Quicksand Medium"/>
                <a:ea typeface="Quicksand Medium"/>
                <a:cs typeface="Quicksand Medium"/>
                <a:sym typeface="Quicksand Medium"/>
              </a:rPr>
              <a:t>.</a:t>
            </a:r>
          </a:p>
          <a:p>
            <a:pPr algn="l" marL="0" indent="0" lvl="0">
              <a:lnSpc>
                <a:spcPts val="2192"/>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9EB6B6"/>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3107383">
            <a:off x="-1604021" y="-2270324"/>
            <a:ext cx="4241006" cy="4459949"/>
          </a:xfrm>
          <a:custGeom>
            <a:avLst/>
            <a:gdLst/>
            <a:ahLst/>
            <a:cxnLst/>
            <a:rect r="r" b="b" t="t" l="l"/>
            <a:pathLst>
              <a:path h="4459949" w="4241006">
                <a:moveTo>
                  <a:pt x="0" y="0"/>
                </a:moveTo>
                <a:lnTo>
                  <a:pt x="4241005" y="0"/>
                </a:lnTo>
                <a:lnTo>
                  <a:pt x="4241005" y="4459948"/>
                </a:lnTo>
                <a:lnTo>
                  <a:pt x="0" y="4459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584346">
            <a:off x="14375501" y="-185488"/>
            <a:ext cx="4149033" cy="3779392"/>
          </a:xfrm>
          <a:custGeom>
            <a:avLst/>
            <a:gdLst/>
            <a:ahLst/>
            <a:cxnLst/>
            <a:rect r="r" b="b" t="t" l="l"/>
            <a:pathLst>
              <a:path h="3779392" w="4149033">
                <a:moveTo>
                  <a:pt x="0" y="0"/>
                </a:moveTo>
                <a:lnTo>
                  <a:pt x="4149033" y="0"/>
                </a:lnTo>
                <a:lnTo>
                  <a:pt x="4149033" y="3779391"/>
                </a:lnTo>
                <a:lnTo>
                  <a:pt x="0" y="377939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1302171">
            <a:off x="5033140" y="-1475183"/>
            <a:ext cx="3696358" cy="2950366"/>
          </a:xfrm>
          <a:custGeom>
            <a:avLst/>
            <a:gdLst/>
            <a:ahLst/>
            <a:cxnLst/>
            <a:rect r="r" b="b" t="t" l="l"/>
            <a:pathLst>
              <a:path h="2950366" w="3696358">
                <a:moveTo>
                  <a:pt x="0" y="0"/>
                </a:moveTo>
                <a:lnTo>
                  <a:pt x="3696357" y="0"/>
                </a:lnTo>
                <a:lnTo>
                  <a:pt x="3696357" y="2950366"/>
                </a:lnTo>
                <a:lnTo>
                  <a:pt x="0" y="2950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7" id="17"/>
          <p:cNvSpPr txBox="true"/>
          <p:nvPr/>
        </p:nvSpPr>
        <p:spPr>
          <a:xfrm rot="0">
            <a:off x="1825707" y="516558"/>
            <a:ext cx="6816351" cy="2632473"/>
          </a:xfrm>
          <a:prstGeom prst="rect">
            <a:avLst/>
          </a:prstGeom>
        </p:spPr>
        <p:txBody>
          <a:bodyPr anchor="t" rtlCol="false" tIns="0" lIns="0" bIns="0" rIns="0">
            <a:spAutoFit/>
          </a:bodyPr>
          <a:lstStyle/>
          <a:p>
            <a:pPr algn="ctr">
              <a:lnSpc>
                <a:spcPts val="10023"/>
              </a:lnSpc>
            </a:pPr>
            <a:r>
              <a:rPr lang="en-US" sz="10662" spc="-533">
                <a:solidFill>
                  <a:srgbClr val="FFFFFF"/>
                </a:solidFill>
                <a:latin typeface="210 클레이토이"/>
                <a:ea typeface="210 클레이토이"/>
                <a:cs typeface="210 클레이토이"/>
                <a:sym typeface="210 클레이토이"/>
              </a:rPr>
              <a:t>DESIGN CHALLENGE</a:t>
            </a:r>
          </a:p>
        </p:txBody>
      </p:sp>
      <p:sp>
        <p:nvSpPr>
          <p:cNvPr name="Freeform 18" id="18"/>
          <p:cNvSpPr/>
          <p:nvPr/>
        </p:nvSpPr>
        <p:spPr>
          <a:xfrm flipH="false" flipV="false" rot="0">
            <a:off x="1825707" y="2799085"/>
            <a:ext cx="6695646" cy="730434"/>
          </a:xfrm>
          <a:custGeom>
            <a:avLst/>
            <a:gdLst/>
            <a:ahLst/>
            <a:cxnLst/>
            <a:rect r="r" b="b" t="t" l="l"/>
            <a:pathLst>
              <a:path h="730434" w="6695646">
                <a:moveTo>
                  <a:pt x="0" y="0"/>
                </a:moveTo>
                <a:lnTo>
                  <a:pt x="6695646" y="0"/>
                </a:lnTo>
                <a:lnTo>
                  <a:pt x="6695646" y="730435"/>
                </a:lnTo>
                <a:lnTo>
                  <a:pt x="0" y="73043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1" id="21"/>
          <p:cNvGrpSpPr/>
          <p:nvPr/>
        </p:nvGrpSpPr>
        <p:grpSpPr>
          <a:xfrm rot="0">
            <a:off x="308495" y="3644829"/>
            <a:ext cx="8835505" cy="5103429"/>
            <a:chOff x="0" y="0"/>
            <a:chExt cx="2327046" cy="1344113"/>
          </a:xfrm>
        </p:grpSpPr>
        <p:sp>
          <p:nvSpPr>
            <p:cNvPr name="Freeform 22" id="22"/>
            <p:cNvSpPr/>
            <p:nvPr/>
          </p:nvSpPr>
          <p:spPr>
            <a:xfrm flipH="false" flipV="false" rot="0">
              <a:off x="0" y="0"/>
              <a:ext cx="2327047" cy="1344113"/>
            </a:xfrm>
            <a:custGeom>
              <a:avLst/>
              <a:gdLst/>
              <a:ahLst/>
              <a:cxnLst/>
              <a:rect r="r" b="b" t="t" l="l"/>
              <a:pathLst>
                <a:path h="1344113" w="2327047">
                  <a:moveTo>
                    <a:pt x="28039" y="0"/>
                  </a:moveTo>
                  <a:lnTo>
                    <a:pt x="2299007" y="0"/>
                  </a:lnTo>
                  <a:cubicBezTo>
                    <a:pt x="2306444" y="0"/>
                    <a:pt x="2313576" y="2954"/>
                    <a:pt x="2318834" y="8213"/>
                  </a:cubicBezTo>
                  <a:cubicBezTo>
                    <a:pt x="2324092" y="13471"/>
                    <a:pt x="2327047" y="20603"/>
                    <a:pt x="2327047" y="28039"/>
                  </a:cubicBezTo>
                  <a:lnTo>
                    <a:pt x="2327047" y="1316074"/>
                  </a:lnTo>
                  <a:cubicBezTo>
                    <a:pt x="2327047" y="1323510"/>
                    <a:pt x="2324092" y="1330642"/>
                    <a:pt x="2318834" y="1335901"/>
                  </a:cubicBezTo>
                  <a:cubicBezTo>
                    <a:pt x="2313576" y="1341159"/>
                    <a:pt x="2306444" y="1344113"/>
                    <a:pt x="2299007" y="1344113"/>
                  </a:cubicBezTo>
                  <a:lnTo>
                    <a:pt x="28039" y="1344113"/>
                  </a:lnTo>
                  <a:cubicBezTo>
                    <a:pt x="20603" y="1344113"/>
                    <a:pt x="13471" y="1341159"/>
                    <a:pt x="8213" y="1335901"/>
                  </a:cubicBezTo>
                  <a:cubicBezTo>
                    <a:pt x="2954" y="1330642"/>
                    <a:pt x="0" y="1323510"/>
                    <a:pt x="0" y="1316074"/>
                  </a:cubicBezTo>
                  <a:lnTo>
                    <a:pt x="0" y="28039"/>
                  </a:lnTo>
                  <a:cubicBezTo>
                    <a:pt x="0" y="20603"/>
                    <a:pt x="2954" y="13471"/>
                    <a:pt x="8213" y="8213"/>
                  </a:cubicBezTo>
                  <a:cubicBezTo>
                    <a:pt x="13471" y="2954"/>
                    <a:pt x="20603" y="0"/>
                    <a:pt x="28039" y="0"/>
                  </a:cubicBezTo>
                  <a:close/>
                </a:path>
              </a:pathLst>
            </a:custGeom>
            <a:solidFill>
              <a:srgbClr val="FFFFFF"/>
            </a:solidFill>
            <a:ln w="47625" cap="rnd">
              <a:solidFill>
                <a:srgbClr val="998178"/>
              </a:solidFill>
              <a:prstDash val="solid"/>
              <a:round/>
            </a:ln>
          </p:spPr>
        </p:sp>
        <p:sp>
          <p:nvSpPr>
            <p:cNvPr name="TextBox 23" id="23"/>
            <p:cNvSpPr txBox="true"/>
            <p:nvPr/>
          </p:nvSpPr>
          <p:spPr>
            <a:xfrm>
              <a:off x="0" y="-38100"/>
              <a:ext cx="2327046" cy="1382213"/>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9565145" y="-1689219"/>
            <a:ext cx="8143755" cy="10437477"/>
            <a:chOff x="0" y="0"/>
            <a:chExt cx="2144857" cy="2748965"/>
          </a:xfrm>
        </p:grpSpPr>
        <p:sp>
          <p:nvSpPr>
            <p:cNvPr name="Freeform 25" id="25"/>
            <p:cNvSpPr/>
            <p:nvPr/>
          </p:nvSpPr>
          <p:spPr>
            <a:xfrm flipH="false" flipV="false" rot="0">
              <a:off x="0" y="0"/>
              <a:ext cx="2144857" cy="2748965"/>
            </a:xfrm>
            <a:custGeom>
              <a:avLst/>
              <a:gdLst/>
              <a:ahLst/>
              <a:cxnLst/>
              <a:rect r="r" b="b" t="t" l="l"/>
              <a:pathLst>
                <a:path h="2748965" w="2144857">
                  <a:moveTo>
                    <a:pt x="30421" y="0"/>
                  </a:moveTo>
                  <a:lnTo>
                    <a:pt x="2114436" y="0"/>
                  </a:lnTo>
                  <a:cubicBezTo>
                    <a:pt x="2122504" y="0"/>
                    <a:pt x="2130242" y="3205"/>
                    <a:pt x="2135947" y="8910"/>
                  </a:cubicBezTo>
                  <a:cubicBezTo>
                    <a:pt x="2141652" y="14615"/>
                    <a:pt x="2144857" y="22353"/>
                    <a:pt x="2144857" y="30421"/>
                  </a:cubicBezTo>
                  <a:lnTo>
                    <a:pt x="2144857" y="2718544"/>
                  </a:lnTo>
                  <a:cubicBezTo>
                    <a:pt x="2144857" y="2726612"/>
                    <a:pt x="2141652" y="2734350"/>
                    <a:pt x="2135947" y="2740055"/>
                  </a:cubicBezTo>
                  <a:cubicBezTo>
                    <a:pt x="2130242" y="2745760"/>
                    <a:pt x="2122504" y="2748965"/>
                    <a:pt x="2114436" y="2748965"/>
                  </a:cubicBezTo>
                  <a:lnTo>
                    <a:pt x="30421" y="2748965"/>
                  </a:lnTo>
                  <a:cubicBezTo>
                    <a:pt x="22353" y="2748965"/>
                    <a:pt x="14615" y="2745760"/>
                    <a:pt x="8910" y="2740055"/>
                  </a:cubicBezTo>
                  <a:cubicBezTo>
                    <a:pt x="3205" y="2734350"/>
                    <a:pt x="0" y="2726612"/>
                    <a:pt x="0" y="2718544"/>
                  </a:cubicBezTo>
                  <a:lnTo>
                    <a:pt x="0" y="30421"/>
                  </a:lnTo>
                  <a:cubicBezTo>
                    <a:pt x="0" y="22353"/>
                    <a:pt x="3205" y="14615"/>
                    <a:pt x="8910" y="8910"/>
                  </a:cubicBezTo>
                  <a:cubicBezTo>
                    <a:pt x="14615" y="3205"/>
                    <a:pt x="22353" y="0"/>
                    <a:pt x="30421" y="0"/>
                  </a:cubicBezTo>
                  <a:close/>
                </a:path>
              </a:pathLst>
            </a:custGeom>
            <a:solidFill>
              <a:srgbClr val="FFFFFF"/>
            </a:solidFill>
            <a:ln w="47625" cap="rnd">
              <a:solidFill>
                <a:srgbClr val="998178"/>
              </a:solidFill>
              <a:prstDash val="solid"/>
              <a:round/>
            </a:ln>
          </p:spPr>
        </p:sp>
        <p:sp>
          <p:nvSpPr>
            <p:cNvPr name="TextBox 26" id="26"/>
            <p:cNvSpPr txBox="true"/>
            <p:nvPr/>
          </p:nvSpPr>
          <p:spPr>
            <a:xfrm>
              <a:off x="0" y="-38100"/>
              <a:ext cx="2144857" cy="2787065"/>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769611" y="3980079"/>
            <a:ext cx="7872447" cy="4390319"/>
            <a:chOff x="0" y="0"/>
            <a:chExt cx="2073402" cy="1156298"/>
          </a:xfrm>
        </p:grpSpPr>
        <p:sp>
          <p:nvSpPr>
            <p:cNvPr name="Freeform 28" id="28"/>
            <p:cNvSpPr/>
            <p:nvPr/>
          </p:nvSpPr>
          <p:spPr>
            <a:xfrm flipH="false" flipV="false" rot="0">
              <a:off x="0" y="0"/>
              <a:ext cx="2073402" cy="1156298"/>
            </a:xfrm>
            <a:custGeom>
              <a:avLst/>
              <a:gdLst/>
              <a:ahLst/>
              <a:cxnLst/>
              <a:rect r="r" b="b" t="t" l="l"/>
              <a:pathLst>
                <a:path h="1156298" w="2073402">
                  <a:moveTo>
                    <a:pt x="25569" y="0"/>
                  </a:moveTo>
                  <a:lnTo>
                    <a:pt x="2047833" y="0"/>
                  </a:lnTo>
                  <a:cubicBezTo>
                    <a:pt x="2054614" y="0"/>
                    <a:pt x="2061118" y="2694"/>
                    <a:pt x="2065913" y="7489"/>
                  </a:cubicBezTo>
                  <a:cubicBezTo>
                    <a:pt x="2070708" y="12284"/>
                    <a:pt x="2073402" y="18788"/>
                    <a:pt x="2073402" y="25569"/>
                  </a:cubicBezTo>
                  <a:lnTo>
                    <a:pt x="2073402" y="1130729"/>
                  </a:lnTo>
                  <a:cubicBezTo>
                    <a:pt x="2073402" y="1144850"/>
                    <a:pt x="2061954" y="1156298"/>
                    <a:pt x="2047833" y="1156298"/>
                  </a:cubicBezTo>
                  <a:lnTo>
                    <a:pt x="25569" y="1156298"/>
                  </a:lnTo>
                  <a:cubicBezTo>
                    <a:pt x="18788" y="1156298"/>
                    <a:pt x="12284" y="1153604"/>
                    <a:pt x="7489" y="1148809"/>
                  </a:cubicBezTo>
                  <a:cubicBezTo>
                    <a:pt x="2694" y="1144014"/>
                    <a:pt x="0" y="1137510"/>
                    <a:pt x="0" y="1130729"/>
                  </a:cubicBezTo>
                  <a:lnTo>
                    <a:pt x="0" y="25569"/>
                  </a:lnTo>
                  <a:cubicBezTo>
                    <a:pt x="0" y="18788"/>
                    <a:pt x="2694" y="12284"/>
                    <a:pt x="7489" y="7489"/>
                  </a:cubicBezTo>
                  <a:cubicBezTo>
                    <a:pt x="12284" y="2694"/>
                    <a:pt x="18788" y="0"/>
                    <a:pt x="25569" y="0"/>
                  </a:cubicBezTo>
                  <a:close/>
                </a:path>
              </a:pathLst>
            </a:custGeom>
            <a:solidFill>
              <a:srgbClr val="FFFFFF"/>
            </a:solidFill>
            <a:ln w="38100" cap="rnd">
              <a:solidFill>
                <a:srgbClr val="BF9585"/>
              </a:solidFill>
              <a:prstDash val="lgDash"/>
              <a:round/>
            </a:ln>
          </p:spPr>
        </p:sp>
        <p:sp>
          <p:nvSpPr>
            <p:cNvPr name="TextBox 29" id="29"/>
            <p:cNvSpPr txBox="true"/>
            <p:nvPr/>
          </p:nvSpPr>
          <p:spPr>
            <a:xfrm>
              <a:off x="0" y="-38100"/>
              <a:ext cx="2073402" cy="1194398"/>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0" id="30"/>
          <p:cNvGrpSpPr/>
          <p:nvPr/>
        </p:nvGrpSpPr>
        <p:grpSpPr>
          <a:xfrm rot="0">
            <a:off x="9947915" y="1903312"/>
            <a:ext cx="7108904" cy="5822496"/>
            <a:chOff x="0" y="0"/>
            <a:chExt cx="1872304" cy="1533497"/>
          </a:xfrm>
        </p:grpSpPr>
        <p:sp>
          <p:nvSpPr>
            <p:cNvPr name="Freeform 31" id="31"/>
            <p:cNvSpPr/>
            <p:nvPr/>
          </p:nvSpPr>
          <p:spPr>
            <a:xfrm flipH="false" flipV="false" rot="0">
              <a:off x="0" y="0"/>
              <a:ext cx="1872304" cy="1533497"/>
            </a:xfrm>
            <a:custGeom>
              <a:avLst/>
              <a:gdLst/>
              <a:ahLst/>
              <a:cxnLst/>
              <a:rect r="r" b="b" t="t" l="l"/>
              <a:pathLst>
                <a:path h="1533497" w="1872304">
                  <a:moveTo>
                    <a:pt x="28315" y="0"/>
                  </a:moveTo>
                  <a:lnTo>
                    <a:pt x="1843989" y="0"/>
                  </a:lnTo>
                  <a:cubicBezTo>
                    <a:pt x="1859627" y="0"/>
                    <a:pt x="1872304" y="12677"/>
                    <a:pt x="1872304" y="28315"/>
                  </a:cubicBezTo>
                  <a:lnTo>
                    <a:pt x="1872304" y="1505182"/>
                  </a:lnTo>
                  <a:cubicBezTo>
                    <a:pt x="1872304" y="1520820"/>
                    <a:pt x="1859627" y="1533497"/>
                    <a:pt x="1843989" y="1533497"/>
                  </a:cubicBezTo>
                  <a:lnTo>
                    <a:pt x="28315" y="1533497"/>
                  </a:lnTo>
                  <a:cubicBezTo>
                    <a:pt x="12677" y="1533497"/>
                    <a:pt x="0" y="1520820"/>
                    <a:pt x="0" y="1505182"/>
                  </a:cubicBezTo>
                  <a:lnTo>
                    <a:pt x="0" y="28315"/>
                  </a:lnTo>
                  <a:cubicBezTo>
                    <a:pt x="0" y="12677"/>
                    <a:pt x="12677" y="0"/>
                    <a:pt x="28315" y="0"/>
                  </a:cubicBezTo>
                  <a:close/>
                </a:path>
              </a:pathLst>
            </a:custGeom>
            <a:solidFill>
              <a:srgbClr val="FFFFFF"/>
            </a:solidFill>
            <a:ln w="38100" cap="rnd">
              <a:solidFill>
                <a:srgbClr val="BF9585"/>
              </a:solidFill>
              <a:prstDash val="lgDash"/>
              <a:round/>
            </a:ln>
          </p:spPr>
        </p:sp>
        <p:sp>
          <p:nvSpPr>
            <p:cNvPr name="TextBox 32" id="32"/>
            <p:cNvSpPr txBox="true"/>
            <p:nvPr/>
          </p:nvSpPr>
          <p:spPr>
            <a:xfrm>
              <a:off x="0" y="-38100"/>
              <a:ext cx="1872304" cy="157159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33" id="33"/>
          <p:cNvSpPr/>
          <p:nvPr/>
        </p:nvSpPr>
        <p:spPr>
          <a:xfrm flipH="false" flipV="false" rot="0">
            <a:off x="10158797" y="2118491"/>
            <a:ext cx="6687140" cy="5347893"/>
          </a:xfrm>
          <a:custGeom>
            <a:avLst/>
            <a:gdLst/>
            <a:ahLst/>
            <a:cxnLst/>
            <a:rect r="r" b="b" t="t" l="l"/>
            <a:pathLst>
              <a:path h="5347893" w="6687140">
                <a:moveTo>
                  <a:pt x="0" y="0"/>
                </a:moveTo>
                <a:lnTo>
                  <a:pt x="6687140" y="0"/>
                </a:lnTo>
                <a:lnTo>
                  <a:pt x="6687140" y="5347893"/>
                </a:lnTo>
                <a:lnTo>
                  <a:pt x="0" y="5347893"/>
                </a:lnTo>
                <a:lnTo>
                  <a:pt x="0" y="0"/>
                </a:lnTo>
                <a:close/>
              </a:path>
            </a:pathLst>
          </a:custGeom>
          <a:blipFill>
            <a:blip r:embed="rId18"/>
            <a:stretch>
              <a:fillRect l="-34305" t="0" r="-22889" b="0"/>
            </a:stretch>
          </a:blipFill>
        </p:spPr>
      </p:sp>
      <p:sp>
        <p:nvSpPr>
          <p:cNvPr name="TextBox 34" id="34"/>
          <p:cNvSpPr txBox="true"/>
          <p:nvPr/>
        </p:nvSpPr>
        <p:spPr>
          <a:xfrm rot="0">
            <a:off x="810756" y="4253420"/>
            <a:ext cx="7830984" cy="3627248"/>
          </a:xfrm>
          <a:prstGeom prst="rect">
            <a:avLst/>
          </a:prstGeom>
        </p:spPr>
        <p:txBody>
          <a:bodyPr anchor="t" rtlCol="false" tIns="0" lIns="0" bIns="0" rIns="0">
            <a:spAutoFit/>
          </a:bodyPr>
          <a:lstStyle/>
          <a:p>
            <a:pPr algn="l">
              <a:lnSpc>
                <a:spcPts val="2221"/>
              </a:lnSpc>
            </a:pPr>
          </a:p>
          <a:p>
            <a:pPr algn="l" marL="352728" indent="-176364" lvl="1">
              <a:lnSpc>
                <a:spcPts val="2221"/>
              </a:lnSpc>
              <a:spcBef>
                <a:spcPct val="0"/>
              </a:spcBef>
              <a:buFont typeface="Arial"/>
              <a:buChar char="•"/>
            </a:pPr>
            <a:r>
              <a:rPr lang="en-US" b="true" sz="1633" spc="14">
                <a:solidFill>
                  <a:srgbClr val="7B6861"/>
                </a:solidFill>
                <a:latin typeface="Quicksand Medium"/>
                <a:ea typeface="Quicksand Medium"/>
                <a:cs typeface="Quicksand Medium"/>
                <a:sym typeface="Quicksand Medium"/>
              </a:rPr>
              <a:t>The C</a:t>
            </a:r>
            <a:r>
              <a:rPr lang="en-US" b="true" sz="1633" spc="14" strike="noStrike" u="none">
                <a:solidFill>
                  <a:srgbClr val="7B6861"/>
                </a:solidFill>
                <a:latin typeface="Quicksand Medium"/>
                <a:ea typeface="Quicksand Medium"/>
                <a:cs typeface="Quicksand Medium"/>
                <a:sym typeface="Quicksand Medium"/>
              </a:rPr>
              <a:t>ore </a:t>
            </a:r>
            <a:r>
              <a:rPr lang="en-US" b="true" sz="1633" spc="14" strike="noStrike" u="none">
                <a:solidFill>
                  <a:srgbClr val="7B6861"/>
                </a:solidFill>
                <a:latin typeface="Quicksand Medium"/>
                <a:ea typeface="Quicksand Medium"/>
                <a:cs typeface="Quicksand Medium"/>
                <a:sym typeface="Quicksand Medium"/>
              </a:rPr>
              <a:t>Challenge: De</a:t>
            </a:r>
            <a:r>
              <a:rPr lang="en-US" b="true" sz="1633" spc="14" strike="noStrike" u="none">
                <a:solidFill>
                  <a:srgbClr val="7B6861"/>
                </a:solidFill>
                <a:latin typeface="Quicksand Medium"/>
                <a:ea typeface="Quicksand Medium"/>
                <a:cs typeface="Quicksand Medium"/>
                <a:sym typeface="Quicksand Medium"/>
              </a:rPr>
              <a:t>s</a:t>
            </a:r>
            <a:r>
              <a:rPr lang="en-US" b="true" sz="1633" spc="14" strike="noStrike" u="none">
                <a:solidFill>
                  <a:srgbClr val="7B6861"/>
                </a:solidFill>
                <a:latin typeface="Quicksand Medium"/>
                <a:ea typeface="Quicksand Medium"/>
                <a:cs typeface="Quicksand Medium"/>
                <a:sym typeface="Quicksand Medium"/>
              </a:rPr>
              <a:t>igning</a:t>
            </a:r>
            <a:r>
              <a:rPr lang="en-US" b="true" sz="1633" spc="14" strike="noStrike" u="none">
                <a:solidFill>
                  <a:srgbClr val="7B6861"/>
                </a:solidFill>
                <a:latin typeface="Quicksand Medium"/>
                <a:ea typeface="Quicksand Medium"/>
                <a:cs typeface="Quicksand Medium"/>
                <a:sym typeface="Quicksand Medium"/>
              </a:rPr>
              <a:t> </a:t>
            </a:r>
            <a:r>
              <a:rPr lang="en-US" b="true" sz="1633" spc="14" strike="noStrike" u="none">
                <a:solidFill>
                  <a:srgbClr val="7B6861"/>
                </a:solidFill>
                <a:latin typeface="Quicksand Medium"/>
                <a:ea typeface="Quicksand Medium"/>
                <a:cs typeface="Quicksand Medium"/>
                <a:sym typeface="Quicksand Medium"/>
              </a:rPr>
              <a:t>a multi-functi</a:t>
            </a:r>
            <a:r>
              <a:rPr lang="en-US" b="true" sz="1633" spc="14" strike="noStrike" u="none">
                <a:solidFill>
                  <a:srgbClr val="7B6861"/>
                </a:solidFill>
                <a:latin typeface="Quicksand Medium"/>
                <a:ea typeface="Quicksand Medium"/>
                <a:cs typeface="Quicksand Medium"/>
                <a:sym typeface="Quicksand Medium"/>
              </a:rPr>
              <a:t>o</a:t>
            </a:r>
            <a:r>
              <a:rPr lang="en-US" b="true" sz="1633" spc="14" strike="noStrike" u="none">
                <a:solidFill>
                  <a:srgbClr val="7B6861"/>
                </a:solidFill>
                <a:latin typeface="Quicksand Medium"/>
                <a:ea typeface="Quicksand Medium"/>
                <a:cs typeface="Quicksand Medium"/>
                <a:sym typeface="Quicksand Medium"/>
              </a:rPr>
              <a:t>na</a:t>
            </a:r>
            <a:r>
              <a:rPr lang="en-US" b="true" sz="1633" spc="14" strike="noStrike" u="none">
                <a:solidFill>
                  <a:srgbClr val="7B6861"/>
                </a:solidFill>
                <a:latin typeface="Quicksand Medium"/>
                <a:ea typeface="Quicksand Medium"/>
                <a:cs typeface="Quicksand Medium"/>
                <a:sym typeface="Quicksand Medium"/>
              </a:rPr>
              <a:t>l</a:t>
            </a:r>
            <a:r>
              <a:rPr lang="en-US" b="true" sz="1633" spc="14" strike="noStrike" u="none">
                <a:solidFill>
                  <a:srgbClr val="7B6861"/>
                </a:solidFill>
                <a:latin typeface="Quicksand Medium"/>
                <a:ea typeface="Quicksand Medium"/>
                <a:cs typeface="Quicksand Medium"/>
                <a:sym typeface="Quicksand Medium"/>
              </a:rPr>
              <a:t> t</a:t>
            </a:r>
            <a:r>
              <a:rPr lang="en-US" b="true" sz="1633" spc="14" strike="noStrike" u="none">
                <a:solidFill>
                  <a:srgbClr val="7B6861"/>
                </a:solidFill>
                <a:latin typeface="Quicksand Medium"/>
                <a:ea typeface="Quicksand Medium"/>
                <a:cs typeface="Quicksand Medium"/>
                <a:sym typeface="Quicksand Medium"/>
              </a:rPr>
              <a:t>o</a:t>
            </a:r>
            <a:r>
              <a:rPr lang="en-US" b="true" sz="1633" spc="14" strike="noStrike" u="none">
                <a:solidFill>
                  <a:srgbClr val="7B6861"/>
                </a:solidFill>
                <a:latin typeface="Quicksand Medium"/>
                <a:ea typeface="Quicksand Medium"/>
                <a:cs typeface="Quicksand Medium"/>
                <a:sym typeface="Quicksand Medium"/>
              </a:rPr>
              <a:t>y</a:t>
            </a:r>
            <a:r>
              <a:rPr lang="en-US" b="true" sz="1633" spc="14" strike="noStrike" u="none">
                <a:solidFill>
                  <a:srgbClr val="7B6861"/>
                </a:solidFill>
                <a:latin typeface="Quicksand Medium"/>
                <a:ea typeface="Quicksand Medium"/>
                <a:cs typeface="Quicksand Medium"/>
                <a:sym typeface="Quicksand Medium"/>
              </a:rPr>
              <a:t> </a:t>
            </a:r>
            <a:r>
              <a:rPr lang="en-US" b="true" sz="1633" spc="14" strike="noStrike" u="none">
                <a:solidFill>
                  <a:srgbClr val="7B6861"/>
                </a:solidFill>
                <a:latin typeface="Quicksand Medium"/>
                <a:ea typeface="Quicksand Medium"/>
                <a:cs typeface="Quicksand Medium"/>
                <a:sym typeface="Quicksand Medium"/>
              </a:rPr>
              <a:t>tha</a:t>
            </a:r>
            <a:r>
              <a:rPr lang="en-US" b="true" sz="1633" spc="14" strike="noStrike" u="none">
                <a:solidFill>
                  <a:srgbClr val="7B6861"/>
                </a:solidFill>
                <a:latin typeface="Quicksand Medium"/>
                <a:ea typeface="Quicksand Medium"/>
                <a:cs typeface="Quicksand Medium"/>
                <a:sym typeface="Quicksand Medium"/>
              </a:rPr>
              <a:t>t </a:t>
            </a:r>
            <a:r>
              <a:rPr lang="en-US" b="true" sz="1633" spc="14" strike="noStrike" u="none">
                <a:solidFill>
                  <a:srgbClr val="7B6861"/>
                </a:solidFill>
                <a:latin typeface="Quicksand Medium"/>
                <a:ea typeface="Quicksand Medium"/>
                <a:cs typeface="Quicksand Medium"/>
                <a:sym typeface="Quicksand Medium"/>
              </a:rPr>
              <a:t>se</a:t>
            </a:r>
            <a:r>
              <a:rPr lang="en-US" b="true" sz="1633" spc="14" strike="noStrike" u="none">
                <a:solidFill>
                  <a:srgbClr val="7B6861"/>
                </a:solidFill>
                <a:latin typeface="Quicksand Medium"/>
                <a:ea typeface="Quicksand Medium"/>
                <a:cs typeface="Quicksand Medium"/>
                <a:sym typeface="Quicksand Medium"/>
              </a:rPr>
              <a:t>am</a:t>
            </a:r>
            <a:r>
              <a:rPr lang="en-US" b="true" sz="1633" spc="14" strike="noStrike" u="none">
                <a:solidFill>
                  <a:srgbClr val="7B6861"/>
                </a:solidFill>
                <a:latin typeface="Quicksand Medium"/>
                <a:ea typeface="Quicksand Medium"/>
                <a:cs typeface="Quicksand Medium"/>
                <a:sym typeface="Quicksand Medium"/>
              </a:rPr>
              <a:t>l</a:t>
            </a:r>
            <a:r>
              <a:rPr lang="en-US" b="true" sz="1633" spc="14" strike="noStrike" u="none">
                <a:solidFill>
                  <a:srgbClr val="7B6861"/>
                </a:solidFill>
                <a:latin typeface="Quicksand Medium"/>
                <a:ea typeface="Quicksand Medium"/>
                <a:cs typeface="Quicksand Medium"/>
                <a:sym typeface="Quicksand Medium"/>
              </a:rPr>
              <a:t>e</a:t>
            </a:r>
            <a:r>
              <a:rPr lang="en-US" b="true" sz="1633" spc="14" strike="noStrike" u="none">
                <a:solidFill>
                  <a:srgbClr val="7B6861"/>
                </a:solidFill>
                <a:latin typeface="Quicksand Medium"/>
                <a:ea typeface="Quicksand Medium"/>
                <a:cs typeface="Quicksand Medium"/>
                <a:sym typeface="Quicksand Medium"/>
              </a:rPr>
              <a:t>ssly in</a:t>
            </a:r>
            <a:r>
              <a:rPr lang="en-US" b="true" sz="1633" spc="14" strike="noStrike" u="none">
                <a:solidFill>
                  <a:srgbClr val="7B6861"/>
                </a:solidFill>
                <a:latin typeface="Quicksand Medium"/>
                <a:ea typeface="Quicksand Medium"/>
                <a:cs typeface="Quicksand Medium"/>
                <a:sym typeface="Quicksand Medium"/>
              </a:rPr>
              <a:t>t</a:t>
            </a:r>
            <a:r>
              <a:rPr lang="en-US" b="true" sz="1633" spc="14" strike="noStrike" u="none">
                <a:solidFill>
                  <a:srgbClr val="7B6861"/>
                </a:solidFill>
                <a:latin typeface="Quicksand Medium"/>
                <a:ea typeface="Quicksand Medium"/>
                <a:cs typeface="Quicksand Medium"/>
                <a:sym typeface="Quicksand Medium"/>
              </a:rPr>
              <a:t>egrates</a:t>
            </a:r>
            <a:r>
              <a:rPr lang="en-US" b="true" sz="1633" spc="14" strike="noStrike" u="none">
                <a:solidFill>
                  <a:srgbClr val="7B6861"/>
                </a:solidFill>
                <a:latin typeface="Quicksand Medium"/>
                <a:ea typeface="Quicksand Medium"/>
                <a:cs typeface="Quicksand Medium"/>
                <a:sym typeface="Quicksand Medium"/>
              </a:rPr>
              <a:t> </a:t>
            </a:r>
            <a:r>
              <a:rPr lang="en-US" b="true" sz="1633" spc="14" strike="noStrike" u="none">
                <a:solidFill>
                  <a:srgbClr val="7B6861"/>
                </a:solidFill>
                <a:latin typeface="Quicksand Medium"/>
                <a:ea typeface="Quicksand Medium"/>
                <a:cs typeface="Quicksand Medium"/>
                <a:sym typeface="Quicksand Medium"/>
              </a:rPr>
              <a:t>me</a:t>
            </a:r>
            <a:r>
              <a:rPr lang="en-US" b="true" sz="1633" spc="14" strike="noStrike" u="none">
                <a:solidFill>
                  <a:srgbClr val="7B6861"/>
                </a:solidFill>
                <a:latin typeface="Quicksand Medium"/>
                <a:ea typeface="Quicksand Medium"/>
                <a:cs typeface="Quicksand Medium"/>
                <a:sym typeface="Quicksand Medium"/>
              </a:rPr>
              <a:t>c</a:t>
            </a:r>
            <a:r>
              <a:rPr lang="en-US" b="true" sz="1633" spc="14" strike="noStrike" u="none">
                <a:solidFill>
                  <a:srgbClr val="7B6861"/>
                </a:solidFill>
                <a:latin typeface="Quicksand Medium"/>
                <a:ea typeface="Quicksand Medium"/>
                <a:cs typeface="Quicksand Medium"/>
                <a:sym typeface="Quicksand Medium"/>
              </a:rPr>
              <a:t>ha</a:t>
            </a:r>
            <a:r>
              <a:rPr lang="en-US" b="true" sz="1633" spc="14" strike="noStrike" u="none">
                <a:solidFill>
                  <a:srgbClr val="7B6861"/>
                </a:solidFill>
                <a:latin typeface="Quicksand Medium"/>
                <a:ea typeface="Quicksand Medium"/>
                <a:cs typeface="Quicksand Medium"/>
                <a:sym typeface="Quicksand Medium"/>
              </a:rPr>
              <a:t>n</a:t>
            </a:r>
            <a:r>
              <a:rPr lang="en-US" b="true" sz="1633" spc="14" strike="noStrike" u="none">
                <a:solidFill>
                  <a:srgbClr val="7B6861"/>
                </a:solidFill>
                <a:latin typeface="Quicksand Medium"/>
                <a:ea typeface="Quicksand Medium"/>
                <a:cs typeface="Quicksand Medium"/>
                <a:sym typeface="Quicksand Medium"/>
              </a:rPr>
              <a:t>ical </a:t>
            </a:r>
            <a:r>
              <a:rPr lang="en-US" b="true" sz="1633" spc="14" strike="noStrike" u="none">
                <a:solidFill>
                  <a:srgbClr val="7B6861"/>
                </a:solidFill>
                <a:latin typeface="Quicksand Medium"/>
                <a:ea typeface="Quicksand Medium"/>
                <a:cs typeface="Quicksand Medium"/>
                <a:sym typeface="Quicksand Medium"/>
              </a:rPr>
              <a:t>s</a:t>
            </a:r>
            <a:r>
              <a:rPr lang="en-US" b="true" sz="1633" spc="14" strike="noStrike" u="none">
                <a:solidFill>
                  <a:srgbClr val="7B6861"/>
                </a:solidFill>
                <a:latin typeface="Quicksand Medium"/>
                <a:ea typeface="Quicksand Medium"/>
                <a:cs typeface="Quicksand Medium"/>
                <a:sym typeface="Quicksand Medium"/>
              </a:rPr>
              <a:t>orting, el</a:t>
            </a:r>
            <a:r>
              <a:rPr lang="en-US" b="true" sz="1633" spc="14" strike="noStrike" u="none">
                <a:solidFill>
                  <a:srgbClr val="7B6861"/>
                </a:solidFill>
                <a:latin typeface="Quicksand Medium"/>
                <a:ea typeface="Quicksand Medium"/>
                <a:cs typeface="Quicksand Medium"/>
                <a:sym typeface="Quicksand Medium"/>
              </a:rPr>
              <a:t>ect</a:t>
            </a:r>
            <a:r>
              <a:rPr lang="en-US" b="true" sz="1633" spc="14" strike="noStrike" u="none">
                <a:solidFill>
                  <a:srgbClr val="7B6861"/>
                </a:solidFill>
                <a:latin typeface="Quicksand Medium"/>
                <a:ea typeface="Quicksand Medium"/>
                <a:cs typeface="Quicksand Medium"/>
                <a:sym typeface="Quicksand Medium"/>
              </a:rPr>
              <a:t>rom</a:t>
            </a:r>
            <a:r>
              <a:rPr lang="en-US" b="true" sz="1633" spc="14" strike="noStrike" u="none">
                <a:solidFill>
                  <a:srgbClr val="7B6861"/>
                </a:solidFill>
                <a:latin typeface="Quicksand Medium"/>
                <a:ea typeface="Quicksand Medium"/>
                <a:cs typeface="Quicksand Medium"/>
                <a:sym typeface="Quicksand Medium"/>
              </a:rPr>
              <a:t>e</a:t>
            </a:r>
            <a:r>
              <a:rPr lang="en-US" b="true" sz="1633" spc="14" strike="noStrike" u="none">
                <a:solidFill>
                  <a:srgbClr val="7B6861"/>
                </a:solidFill>
                <a:latin typeface="Quicksand Medium"/>
                <a:ea typeface="Quicksand Medium"/>
                <a:cs typeface="Quicksand Medium"/>
                <a:sym typeface="Quicksand Medium"/>
              </a:rPr>
              <a:t>chanical lif</a:t>
            </a:r>
            <a:r>
              <a:rPr lang="en-US" b="true" sz="1633" spc="14" strike="noStrike" u="none">
                <a:solidFill>
                  <a:srgbClr val="7B6861"/>
                </a:solidFill>
                <a:latin typeface="Quicksand Medium"/>
                <a:ea typeface="Quicksand Medium"/>
                <a:cs typeface="Quicksand Medium"/>
                <a:sym typeface="Quicksand Medium"/>
              </a:rPr>
              <a:t>t</a:t>
            </a:r>
            <a:r>
              <a:rPr lang="en-US" b="true" sz="1633" spc="14" strike="noStrike" u="none">
                <a:solidFill>
                  <a:srgbClr val="7B6861"/>
                </a:solidFill>
                <a:latin typeface="Quicksand Medium"/>
                <a:ea typeface="Quicksand Medium"/>
                <a:cs typeface="Quicksand Medium"/>
                <a:sym typeface="Quicksand Medium"/>
              </a:rPr>
              <a:t>ing,</a:t>
            </a:r>
            <a:r>
              <a:rPr lang="en-US" b="true" sz="1633" spc="14" strike="noStrike" u="none">
                <a:solidFill>
                  <a:srgbClr val="7B6861"/>
                </a:solidFill>
                <a:latin typeface="Quicksand Medium"/>
                <a:ea typeface="Quicksand Medium"/>
                <a:cs typeface="Quicksand Medium"/>
                <a:sym typeface="Quicksand Medium"/>
              </a:rPr>
              <a:t> a</a:t>
            </a:r>
            <a:r>
              <a:rPr lang="en-US" b="true" sz="1633" spc="14" strike="noStrike" u="none">
                <a:solidFill>
                  <a:srgbClr val="7B6861"/>
                </a:solidFill>
                <a:latin typeface="Quicksand Medium"/>
                <a:ea typeface="Quicksand Medium"/>
                <a:cs typeface="Quicksand Medium"/>
                <a:sym typeface="Quicksand Medium"/>
              </a:rPr>
              <a:t>n</a:t>
            </a:r>
            <a:r>
              <a:rPr lang="en-US" b="true" sz="1633" spc="14" strike="noStrike" u="none">
                <a:solidFill>
                  <a:srgbClr val="7B6861"/>
                </a:solidFill>
                <a:latin typeface="Quicksand Medium"/>
                <a:ea typeface="Quicksand Medium"/>
                <a:cs typeface="Quicksand Medium"/>
                <a:sym typeface="Quicksand Medium"/>
              </a:rPr>
              <a:t>d</a:t>
            </a:r>
            <a:r>
              <a:rPr lang="en-US" b="true" sz="1633" spc="14" strike="noStrike" u="none">
                <a:solidFill>
                  <a:srgbClr val="7B6861"/>
                </a:solidFill>
                <a:latin typeface="Quicksand Medium"/>
                <a:ea typeface="Quicksand Medium"/>
                <a:cs typeface="Quicksand Medium"/>
                <a:sym typeface="Quicksand Medium"/>
              </a:rPr>
              <a:t> safe </a:t>
            </a:r>
            <a:r>
              <a:rPr lang="en-US" b="true" sz="1633" spc="14" strike="noStrike" u="none">
                <a:solidFill>
                  <a:srgbClr val="7B6861"/>
                </a:solidFill>
                <a:latin typeface="Quicksand Medium"/>
                <a:ea typeface="Quicksand Medium"/>
                <a:cs typeface="Quicksand Medium"/>
                <a:sym typeface="Quicksand Medium"/>
              </a:rPr>
              <a:t>p</a:t>
            </a:r>
            <a:r>
              <a:rPr lang="en-US" b="true" sz="1633" spc="14" strike="noStrike" u="none">
                <a:solidFill>
                  <a:srgbClr val="7B6861"/>
                </a:solidFill>
                <a:latin typeface="Quicksand Medium"/>
                <a:ea typeface="Quicksand Medium"/>
                <a:cs typeface="Quicksand Medium"/>
                <a:sym typeface="Quicksand Medium"/>
              </a:rPr>
              <a:t>roject</a:t>
            </a:r>
            <a:r>
              <a:rPr lang="en-US" b="true" sz="1633" spc="14" strike="noStrike" u="none">
                <a:solidFill>
                  <a:srgbClr val="7B6861"/>
                </a:solidFill>
                <a:latin typeface="Quicksand Medium"/>
                <a:ea typeface="Quicksand Medium"/>
                <a:cs typeface="Quicksand Medium"/>
                <a:sym typeface="Quicksand Medium"/>
              </a:rPr>
              <a:t>i</a:t>
            </a:r>
            <a:r>
              <a:rPr lang="en-US" b="true" sz="1633" spc="14" strike="noStrike" u="none">
                <a:solidFill>
                  <a:srgbClr val="7B6861"/>
                </a:solidFill>
                <a:latin typeface="Quicksand Medium"/>
                <a:ea typeface="Quicksand Medium"/>
                <a:cs typeface="Quicksand Medium"/>
                <a:sym typeface="Quicksand Medium"/>
              </a:rPr>
              <a:t>le </a:t>
            </a:r>
            <a:r>
              <a:rPr lang="en-US" b="true" sz="1633" spc="14" strike="noStrike" u="none">
                <a:solidFill>
                  <a:srgbClr val="7B6861"/>
                </a:solidFill>
                <a:latin typeface="Quicksand Medium"/>
                <a:ea typeface="Quicksand Medium"/>
                <a:cs typeface="Quicksand Medium"/>
                <a:sym typeface="Quicksand Medium"/>
              </a:rPr>
              <a:t>s</a:t>
            </a:r>
            <a:r>
              <a:rPr lang="en-US" b="true" sz="1633" spc="14" strike="noStrike" u="none">
                <a:solidFill>
                  <a:srgbClr val="7B6861"/>
                </a:solidFill>
                <a:latin typeface="Quicksand Medium"/>
                <a:ea typeface="Quicksand Medium"/>
                <a:cs typeface="Quicksand Medium"/>
                <a:sym typeface="Quicksand Medium"/>
              </a:rPr>
              <a:t>hoot</a:t>
            </a:r>
            <a:r>
              <a:rPr lang="en-US" b="true" sz="1633" spc="14" strike="noStrike" u="none">
                <a:solidFill>
                  <a:srgbClr val="7B6861"/>
                </a:solidFill>
                <a:latin typeface="Quicksand Medium"/>
                <a:ea typeface="Quicksand Medium"/>
                <a:cs typeface="Quicksand Medium"/>
                <a:sym typeface="Quicksand Medium"/>
              </a:rPr>
              <a:t>ing </a:t>
            </a:r>
            <a:r>
              <a:rPr lang="en-US" b="true" sz="1633" spc="14" strike="noStrike" u="none">
                <a:solidFill>
                  <a:srgbClr val="7B6861"/>
                </a:solidFill>
                <a:latin typeface="Quicksand Medium"/>
                <a:ea typeface="Quicksand Medium"/>
                <a:cs typeface="Quicksand Medium"/>
                <a:sym typeface="Quicksand Medium"/>
              </a:rPr>
              <a:t>w</a:t>
            </a:r>
            <a:r>
              <a:rPr lang="en-US" b="true" sz="1633" spc="14" strike="noStrike" u="none">
                <a:solidFill>
                  <a:srgbClr val="7B6861"/>
                </a:solidFill>
                <a:latin typeface="Quicksand Medium"/>
                <a:ea typeface="Quicksand Medium"/>
                <a:cs typeface="Quicksand Medium"/>
                <a:sym typeface="Quicksand Medium"/>
              </a:rPr>
              <a:t>it</a:t>
            </a:r>
            <a:r>
              <a:rPr lang="en-US" b="true" sz="1633" spc="14" strike="noStrike" u="none">
                <a:solidFill>
                  <a:srgbClr val="7B6861"/>
                </a:solidFill>
                <a:latin typeface="Quicksand Medium"/>
                <a:ea typeface="Quicksand Medium"/>
                <a:cs typeface="Quicksand Medium"/>
                <a:sym typeface="Quicksand Medium"/>
              </a:rPr>
              <a:t>hin</a:t>
            </a:r>
            <a:r>
              <a:rPr lang="en-US" b="true" sz="1633" spc="14" strike="noStrike" u="none">
                <a:solidFill>
                  <a:srgbClr val="7B6861"/>
                </a:solidFill>
                <a:latin typeface="Quicksand Medium"/>
                <a:ea typeface="Quicksand Medium"/>
                <a:cs typeface="Quicksand Medium"/>
                <a:sym typeface="Quicksand Medium"/>
              </a:rPr>
              <a:t> a </a:t>
            </a:r>
            <a:r>
              <a:rPr lang="en-US" b="true" sz="1633" spc="14" strike="noStrike" u="none">
                <a:solidFill>
                  <a:srgbClr val="7B6861"/>
                </a:solidFill>
                <a:latin typeface="Quicksand Medium"/>
                <a:ea typeface="Quicksand Medium"/>
                <a:cs typeface="Quicksand Medium"/>
                <a:sym typeface="Quicksand Medium"/>
              </a:rPr>
              <a:t>chil</a:t>
            </a:r>
            <a:r>
              <a:rPr lang="en-US" b="true" sz="1633" spc="14" strike="noStrike" u="none">
                <a:solidFill>
                  <a:srgbClr val="7B6861"/>
                </a:solidFill>
                <a:latin typeface="Quicksand Medium"/>
                <a:ea typeface="Quicksand Medium"/>
                <a:cs typeface="Quicksand Medium"/>
                <a:sym typeface="Quicksand Medium"/>
              </a:rPr>
              <a:t>d</a:t>
            </a:r>
            <a:r>
              <a:rPr lang="en-US" b="true" sz="1633" spc="14" strike="noStrike" u="none">
                <a:solidFill>
                  <a:srgbClr val="7B6861"/>
                </a:solidFill>
                <a:latin typeface="Quicksand Medium"/>
                <a:ea typeface="Quicksand Medium"/>
                <a:cs typeface="Quicksand Medium"/>
                <a:sym typeface="Quicksand Medium"/>
              </a:rPr>
              <a:t>-fr</a:t>
            </a:r>
            <a:r>
              <a:rPr lang="en-US" b="true" sz="1633" spc="14" strike="noStrike" u="none">
                <a:solidFill>
                  <a:srgbClr val="7B6861"/>
                </a:solidFill>
                <a:latin typeface="Quicksand Medium"/>
                <a:ea typeface="Quicksand Medium"/>
                <a:cs typeface="Quicksand Medium"/>
                <a:sym typeface="Quicksand Medium"/>
              </a:rPr>
              <a:t>i</a:t>
            </a:r>
            <a:r>
              <a:rPr lang="en-US" b="true" sz="1633" spc="14" strike="noStrike" u="none">
                <a:solidFill>
                  <a:srgbClr val="7B6861"/>
                </a:solidFill>
                <a:latin typeface="Quicksand Medium"/>
                <a:ea typeface="Quicksand Medium"/>
                <a:cs typeface="Quicksand Medium"/>
                <a:sym typeface="Quicksand Medium"/>
              </a:rPr>
              <a:t>e</a:t>
            </a:r>
            <a:r>
              <a:rPr lang="en-US" b="true" sz="1633" spc="14" strike="noStrike" u="none">
                <a:solidFill>
                  <a:srgbClr val="7B6861"/>
                </a:solidFill>
                <a:latin typeface="Quicksand Medium"/>
                <a:ea typeface="Quicksand Medium"/>
                <a:cs typeface="Quicksand Medium"/>
                <a:sym typeface="Quicksand Medium"/>
              </a:rPr>
              <a:t>n</a:t>
            </a:r>
            <a:r>
              <a:rPr lang="en-US" b="true" sz="1633" spc="14" strike="noStrike" u="none">
                <a:solidFill>
                  <a:srgbClr val="7B6861"/>
                </a:solidFill>
                <a:latin typeface="Quicksand Medium"/>
                <a:ea typeface="Quicksand Medium"/>
                <a:cs typeface="Quicksand Medium"/>
                <a:sym typeface="Quicksand Medium"/>
              </a:rPr>
              <a:t>dly for</a:t>
            </a:r>
            <a:r>
              <a:rPr lang="en-US" b="true" sz="1633" spc="14" strike="noStrike" u="none">
                <a:solidFill>
                  <a:srgbClr val="7B6861"/>
                </a:solidFill>
                <a:latin typeface="Quicksand Medium"/>
                <a:ea typeface="Quicksand Medium"/>
                <a:cs typeface="Quicksand Medium"/>
                <a:sym typeface="Quicksand Medium"/>
              </a:rPr>
              <a:t>m </a:t>
            </a:r>
            <a:r>
              <a:rPr lang="en-US" b="true" sz="1633" spc="14" strike="noStrike" u="none">
                <a:solidFill>
                  <a:srgbClr val="7B6861"/>
                </a:solidFill>
                <a:latin typeface="Quicksand Medium"/>
                <a:ea typeface="Quicksand Medium"/>
                <a:cs typeface="Quicksand Medium"/>
                <a:sym typeface="Quicksand Medium"/>
              </a:rPr>
              <a:t>fa</a:t>
            </a:r>
            <a:r>
              <a:rPr lang="en-US" b="true" sz="1633" spc="14" strike="noStrike" u="none">
                <a:solidFill>
                  <a:srgbClr val="7B6861"/>
                </a:solidFill>
                <a:latin typeface="Quicksand Medium"/>
                <a:ea typeface="Quicksand Medium"/>
                <a:cs typeface="Quicksand Medium"/>
                <a:sym typeface="Quicksand Medium"/>
              </a:rPr>
              <a:t>c</a:t>
            </a:r>
            <a:r>
              <a:rPr lang="en-US" b="true" sz="1633" spc="14" strike="noStrike" u="none">
                <a:solidFill>
                  <a:srgbClr val="7B6861"/>
                </a:solidFill>
                <a:latin typeface="Quicksand Medium"/>
                <a:ea typeface="Quicksand Medium"/>
                <a:cs typeface="Quicksand Medium"/>
                <a:sym typeface="Quicksand Medium"/>
              </a:rPr>
              <a:t>t</a:t>
            </a:r>
            <a:r>
              <a:rPr lang="en-US" b="true" sz="1633" spc="14" strike="noStrike" u="none">
                <a:solidFill>
                  <a:srgbClr val="7B6861"/>
                </a:solidFill>
                <a:latin typeface="Quicksand Medium"/>
                <a:ea typeface="Quicksand Medium"/>
                <a:cs typeface="Quicksand Medium"/>
                <a:sym typeface="Quicksand Medium"/>
              </a:rPr>
              <a:t>o</a:t>
            </a:r>
            <a:r>
              <a:rPr lang="en-US" b="true" sz="1633" spc="14" strike="noStrike" u="none">
                <a:solidFill>
                  <a:srgbClr val="7B6861"/>
                </a:solidFill>
                <a:latin typeface="Quicksand Medium"/>
                <a:ea typeface="Quicksand Medium"/>
                <a:cs typeface="Quicksand Medium"/>
                <a:sym typeface="Quicksand Medium"/>
              </a:rPr>
              <a:t>r.</a:t>
            </a:r>
          </a:p>
          <a:p>
            <a:pPr algn="l" marL="352728" indent="-176364" lvl="1">
              <a:lnSpc>
                <a:spcPts val="2221"/>
              </a:lnSpc>
              <a:spcBef>
                <a:spcPct val="0"/>
              </a:spcBef>
              <a:buFont typeface="Arial"/>
              <a:buChar char="•"/>
            </a:pPr>
            <a:r>
              <a:rPr lang="en-US" b="true" sz="1633" spc="14" strike="noStrike" u="none">
                <a:solidFill>
                  <a:srgbClr val="7B6861"/>
                </a:solidFill>
                <a:latin typeface="Quicksand Medium"/>
                <a:ea typeface="Quicksand Medium"/>
                <a:cs typeface="Quicksand Medium"/>
                <a:sym typeface="Quicksand Medium"/>
              </a:rPr>
              <a:t>Why i</a:t>
            </a:r>
            <a:r>
              <a:rPr lang="en-US" b="true" sz="1633" spc="14" strike="noStrike" u="none">
                <a:solidFill>
                  <a:srgbClr val="7B6861"/>
                </a:solidFill>
                <a:latin typeface="Quicksand Medium"/>
                <a:ea typeface="Quicksand Medium"/>
                <a:cs typeface="Quicksand Medium"/>
                <a:sym typeface="Quicksand Medium"/>
              </a:rPr>
              <a:t>t </a:t>
            </a:r>
            <a:r>
              <a:rPr lang="en-US" b="true" sz="1633" spc="14" strike="noStrike" u="none">
                <a:solidFill>
                  <a:srgbClr val="7B6861"/>
                </a:solidFill>
                <a:latin typeface="Quicksand Medium"/>
                <a:ea typeface="Quicksand Medium"/>
                <a:cs typeface="Quicksand Medium"/>
                <a:sym typeface="Quicksand Medium"/>
              </a:rPr>
              <a:t>M</a:t>
            </a:r>
            <a:r>
              <a:rPr lang="en-US" b="true" sz="1633" spc="14" strike="noStrike" u="none">
                <a:solidFill>
                  <a:srgbClr val="7B6861"/>
                </a:solidFill>
                <a:latin typeface="Quicksand Medium"/>
                <a:ea typeface="Quicksand Medium"/>
                <a:cs typeface="Quicksand Medium"/>
                <a:sym typeface="Quicksand Medium"/>
              </a:rPr>
              <a:t>a</a:t>
            </a:r>
            <a:r>
              <a:rPr lang="en-US" b="true" sz="1633" spc="14" strike="noStrike" u="none">
                <a:solidFill>
                  <a:srgbClr val="7B6861"/>
                </a:solidFill>
                <a:latin typeface="Quicksand Medium"/>
                <a:ea typeface="Quicksand Medium"/>
                <a:cs typeface="Quicksand Medium"/>
                <a:sym typeface="Quicksand Medium"/>
              </a:rPr>
              <a:t>tter</a:t>
            </a:r>
            <a:r>
              <a:rPr lang="en-US" b="true" sz="1633" spc="14" strike="noStrike" u="none">
                <a:solidFill>
                  <a:srgbClr val="7B6861"/>
                </a:solidFill>
                <a:latin typeface="Quicksand Medium"/>
                <a:ea typeface="Quicksand Medium"/>
                <a:cs typeface="Quicksand Medium"/>
                <a:sym typeface="Quicksand Medium"/>
              </a:rPr>
              <a:t>s</a:t>
            </a:r>
            <a:r>
              <a:rPr lang="en-US" b="true" sz="1633" spc="14" strike="noStrike" u="none">
                <a:solidFill>
                  <a:srgbClr val="7B6861"/>
                </a:solidFill>
                <a:latin typeface="Quicksand Medium"/>
                <a:ea typeface="Quicksand Medium"/>
                <a:cs typeface="Quicksand Medium"/>
                <a:sym typeface="Quicksand Medium"/>
              </a:rPr>
              <a:t>:</a:t>
            </a:r>
            <a:r>
              <a:rPr lang="en-US" b="true" sz="1633" spc="14" strike="noStrike" u="none">
                <a:solidFill>
                  <a:srgbClr val="7B6861"/>
                </a:solidFill>
                <a:latin typeface="Quicksand Medium"/>
                <a:ea typeface="Quicksand Medium"/>
                <a:cs typeface="Quicksand Medium"/>
                <a:sym typeface="Quicksand Medium"/>
              </a:rPr>
              <a:t> </a:t>
            </a:r>
            <a:r>
              <a:rPr lang="en-US" b="true" sz="1633" spc="14" strike="noStrike" u="none">
                <a:solidFill>
                  <a:srgbClr val="7B6861"/>
                </a:solidFill>
                <a:latin typeface="Quicksand Medium"/>
                <a:ea typeface="Quicksand Medium"/>
                <a:cs typeface="Quicksand Medium"/>
                <a:sym typeface="Quicksand Medium"/>
              </a:rPr>
              <a:t>* Sta</a:t>
            </a:r>
            <a:r>
              <a:rPr lang="en-US" b="true" sz="1633" spc="14" strike="noStrike" u="none">
                <a:solidFill>
                  <a:srgbClr val="7B6861"/>
                </a:solidFill>
                <a:latin typeface="Quicksand Medium"/>
                <a:ea typeface="Quicksand Medium"/>
                <a:cs typeface="Quicksand Medium"/>
                <a:sym typeface="Quicksand Medium"/>
              </a:rPr>
              <a:t>n</a:t>
            </a:r>
            <a:r>
              <a:rPr lang="en-US" b="true" sz="1633" spc="14" strike="noStrike" u="none">
                <a:solidFill>
                  <a:srgbClr val="7B6861"/>
                </a:solidFill>
                <a:latin typeface="Quicksand Medium"/>
                <a:ea typeface="Quicksand Medium"/>
                <a:cs typeface="Quicksand Medium"/>
                <a:sym typeface="Quicksand Medium"/>
              </a:rPr>
              <a:t>dard</a:t>
            </a:r>
            <a:r>
              <a:rPr lang="en-US" b="true" sz="1633" spc="14" strike="noStrike" u="none">
                <a:solidFill>
                  <a:srgbClr val="7B6861"/>
                </a:solidFill>
                <a:latin typeface="Quicksand Medium"/>
                <a:ea typeface="Quicksand Medium"/>
                <a:cs typeface="Quicksand Medium"/>
                <a:sym typeface="Quicksand Medium"/>
              </a:rPr>
              <a:t> </a:t>
            </a:r>
            <a:r>
              <a:rPr lang="en-US" b="true" sz="1633" spc="14" strike="noStrike" u="none">
                <a:solidFill>
                  <a:srgbClr val="7B6861"/>
                </a:solidFill>
                <a:latin typeface="Quicksand Medium"/>
                <a:ea typeface="Quicksand Medium"/>
                <a:cs typeface="Quicksand Medium"/>
                <a:sym typeface="Quicksand Medium"/>
              </a:rPr>
              <a:t>toys oft</a:t>
            </a:r>
            <a:r>
              <a:rPr lang="en-US" b="true" sz="1633" spc="14" strike="noStrike" u="none">
                <a:solidFill>
                  <a:srgbClr val="7B6861"/>
                </a:solidFill>
                <a:latin typeface="Quicksand Medium"/>
                <a:ea typeface="Quicksand Medium"/>
                <a:cs typeface="Quicksand Medium"/>
                <a:sym typeface="Quicksand Medium"/>
              </a:rPr>
              <a:t>en </a:t>
            </a:r>
            <a:r>
              <a:rPr lang="en-US" b="true" sz="1633" spc="14" strike="noStrike" u="none">
                <a:solidFill>
                  <a:srgbClr val="7B6861"/>
                </a:solidFill>
                <a:latin typeface="Quicksand Medium"/>
                <a:ea typeface="Quicksand Medium"/>
                <a:cs typeface="Quicksand Medium"/>
                <a:sym typeface="Quicksand Medium"/>
              </a:rPr>
              <a:t>off</a:t>
            </a:r>
            <a:r>
              <a:rPr lang="en-US" b="true" sz="1633" spc="14" strike="noStrike" u="none">
                <a:solidFill>
                  <a:srgbClr val="7B6861"/>
                </a:solidFill>
                <a:latin typeface="Quicksand Medium"/>
                <a:ea typeface="Quicksand Medium"/>
                <a:cs typeface="Quicksand Medium"/>
                <a:sym typeface="Quicksand Medium"/>
              </a:rPr>
              <a:t>e</a:t>
            </a:r>
            <a:r>
              <a:rPr lang="en-US" b="true" sz="1633" spc="14" strike="noStrike" u="none">
                <a:solidFill>
                  <a:srgbClr val="7B6861"/>
                </a:solidFill>
                <a:latin typeface="Quicksand Medium"/>
                <a:ea typeface="Quicksand Medium"/>
                <a:cs typeface="Quicksand Medium"/>
                <a:sym typeface="Quicksand Medium"/>
              </a:rPr>
              <a:t>r </a:t>
            </a:r>
            <a:r>
              <a:rPr lang="en-US" b="true" sz="1633" spc="14" strike="noStrike" u="none">
                <a:solidFill>
                  <a:srgbClr val="7B6861"/>
                </a:solidFill>
                <a:latin typeface="Quicksand Medium"/>
                <a:ea typeface="Quicksand Medium"/>
                <a:cs typeface="Quicksand Medium"/>
                <a:sym typeface="Quicksand Medium"/>
              </a:rPr>
              <a:t>st</a:t>
            </a:r>
            <a:r>
              <a:rPr lang="en-US" b="true" sz="1633" spc="14" strike="noStrike" u="none">
                <a:solidFill>
                  <a:srgbClr val="7B6861"/>
                </a:solidFill>
                <a:latin typeface="Quicksand Medium"/>
                <a:ea typeface="Quicksand Medium"/>
                <a:cs typeface="Quicksand Medium"/>
                <a:sym typeface="Quicksand Medium"/>
              </a:rPr>
              <a:t>atic</a:t>
            </a:r>
            <a:r>
              <a:rPr lang="en-US" b="true" sz="1633" spc="14" strike="noStrike" u="none">
                <a:solidFill>
                  <a:srgbClr val="7B6861"/>
                </a:solidFill>
                <a:latin typeface="Quicksand Medium"/>
                <a:ea typeface="Quicksand Medium"/>
                <a:cs typeface="Quicksand Medium"/>
                <a:sym typeface="Quicksand Medium"/>
              </a:rPr>
              <a:t> </a:t>
            </a:r>
            <a:r>
              <a:rPr lang="en-US" b="true" sz="1633" spc="14" strike="noStrike" u="none">
                <a:solidFill>
                  <a:srgbClr val="7B6861"/>
                </a:solidFill>
                <a:latin typeface="Quicksand Medium"/>
                <a:ea typeface="Quicksand Medium"/>
                <a:cs typeface="Quicksand Medium"/>
                <a:sym typeface="Quicksand Medium"/>
              </a:rPr>
              <a:t>fun</a:t>
            </a:r>
            <a:r>
              <a:rPr lang="en-US" b="true" sz="1633" spc="14" strike="noStrike" u="none">
                <a:solidFill>
                  <a:srgbClr val="7B6861"/>
                </a:solidFill>
                <a:latin typeface="Quicksand Medium"/>
                <a:ea typeface="Quicksand Medium"/>
                <a:cs typeface="Quicksand Medium"/>
                <a:sym typeface="Quicksand Medium"/>
              </a:rPr>
              <a:t>c</a:t>
            </a:r>
            <a:r>
              <a:rPr lang="en-US" b="true" sz="1633" spc="14" strike="noStrike" u="none">
                <a:solidFill>
                  <a:srgbClr val="7B6861"/>
                </a:solidFill>
                <a:latin typeface="Quicksand Medium"/>
                <a:ea typeface="Quicksand Medium"/>
                <a:cs typeface="Quicksand Medium"/>
                <a:sym typeface="Quicksand Medium"/>
              </a:rPr>
              <a:t>ti</a:t>
            </a:r>
            <a:r>
              <a:rPr lang="en-US" b="true" sz="1633" spc="14" strike="noStrike" u="none">
                <a:solidFill>
                  <a:srgbClr val="7B6861"/>
                </a:solidFill>
                <a:latin typeface="Quicksand Medium"/>
                <a:ea typeface="Quicksand Medium"/>
                <a:cs typeface="Quicksand Medium"/>
                <a:sym typeface="Quicksand Medium"/>
              </a:rPr>
              <a:t>onal</a:t>
            </a:r>
            <a:r>
              <a:rPr lang="en-US" b="true" sz="1633" spc="14" strike="noStrike" u="none">
                <a:solidFill>
                  <a:srgbClr val="7B6861"/>
                </a:solidFill>
                <a:latin typeface="Quicksand Medium"/>
                <a:ea typeface="Quicksand Medium"/>
                <a:cs typeface="Quicksand Medium"/>
                <a:sym typeface="Quicksand Medium"/>
              </a:rPr>
              <a:t>ity (either just sort</a:t>
            </a:r>
            <a:r>
              <a:rPr lang="en-US" b="true" sz="1633" spc="14" strike="noStrike" u="none">
                <a:solidFill>
                  <a:srgbClr val="7B6861"/>
                </a:solidFill>
                <a:latin typeface="Quicksand Medium"/>
                <a:ea typeface="Quicksand Medium"/>
                <a:cs typeface="Quicksand Medium"/>
                <a:sym typeface="Quicksand Medium"/>
              </a:rPr>
              <a:t>i</a:t>
            </a:r>
            <a:r>
              <a:rPr lang="en-US" b="true" sz="1633" spc="14" strike="noStrike" u="none">
                <a:solidFill>
                  <a:srgbClr val="7B6861"/>
                </a:solidFill>
                <a:latin typeface="Quicksand Medium"/>
                <a:ea typeface="Quicksand Medium"/>
                <a:cs typeface="Quicksand Medium"/>
                <a:sym typeface="Quicksand Medium"/>
              </a:rPr>
              <a:t>ng or ju</a:t>
            </a:r>
            <a:r>
              <a:rPr lang="en-US" b="true" sz="1633" spc="14" strike="noStrike" u="none">
                <a:solidFill>
                  <a:srgbClr val="7B6861"/>
                </a:solidFill>
                <a:latin typeface="Quicksand Medium"/>
                <a:ea typeface="Quicksand Medium"/>
                <a:cs typeface="Quicksand Medium"/>
                <a:sym typeface="Quicksand Medium"/>
              </a:rPr>
              <a:t>s</a:t>
            </a:r>
            <a:r>
              <a:rPr lang="en-US" b="true" sz="1633" spc="14" strike="noStrike" u="none">
                <a:solidFill>
                  <a:srgbClr val="7B6861"/>
                </a:solidFill>
                <a:latin typeface="Quicksand Medium"/>
                <a:ea typeface="Quicksand Medium"/>
                <a:cs typeface="Quicksand Medium"/>
                <a:sym typeface="Quicksand Medium"/>
              </a:rPr>
              <a:t>t</a:t>
            </a:r>
            <a:r>
              <a:rPr lang="en-US" b="true" sz="1633" spc="14" strike="noStrike" u="none">
                <a:solidFill>
                  <a:srgbClr val="7B6861"/>
                </a:solidFill>
                <a:latin typeface="Quicksand Medium"/>
                <a:ea typeface="Quicksand Medium"/>
                <a:cs typeface="Quicksand Medium"/>
                <a:sym typeface="Quicksand Medium"/>
              </a:rPr>
              <a:t> </a:t>
            </a:r>
            <a:r>
              <a:rPr lang="en-US" b="true" sz="1633" spc="14" strike="noStrike" u="none">
                <a:solidFill>
                  <a:srgbClr val="7B6861"/>
                </a:solidFill>
                <a:latin typeface="Quicksand Medium"/>
                <a:ea typeface="Quicksand Medium"/>
                <a:cs typeface="Quicksand Medium"/>
                <a:sym typeface="Quicksand Medium"/>
              </a:rPr>
              <a:t>mov</a:t>
            </a:r>
            <a:r>
              <a:rPr lang="en-US" b="true" sz="1633" spc="14" strike="noStrike" u="none">
                <a:solidFill>
                  <a:srgbClr val="7B6861"/>
                </a:solidFill>
                <a:latin typeface="Quicksand Medium"/>
                <a:ea typeface="Quicksand Medium"/>
                <a:cs typeface="Quicksand Medium"/>
                <a:sym typeface="Quicksand Medium"/>
              </a:rPr>
              <a:t>i</a:t>
            </a:r>
            <a:r>
              <a:rPr lang="en-US" b="true" sz="1633" spc="14" strike="noStrike" u="none">
                <a:solidFill>
                  <a:srgbClr val="7B6861"/>
                </a:solidFill>
                <a:latin typeface="Quicksand Medium"/>
                <a:ea typeface="Quicksand Medium"/>
                <a:cs typeface="Quicksand Medium"/>
                <a:sym typeface="Quicksand Medium"/>
              </a:rPr>
              <a:t>ng)</a:t>
            </a:r>
            <a:r>
              <a:rPr lang="en-US" b="true" sz="1633" spc="14" strike="noStrike" u="none">
                <a:solidFill>
                  <a:srgbClr val="7B6861"/>
                </a:solidFill>
                <a:latin typeface="Quicksand Medium"/>
                <a:ea typeface="Quicksand Medium"/>
                <a:cs typeface="Quicksand Medium"/>
                <a:sym typeface="Quicksand Medium"/>
              </a:rPr>
              <a:t>. </a:t>
            </a:r>
            <a:r>
              <a:rPr lang="en-US" b="true" sz="1633" spc="14" strike="noStrike" u="none">
                <a:solidFill>
                  <a:srgbClr val="7B6861"/>
                </a:solidFill>
                <a:latin typeface="Quicksand Medium"/>
                <a:ea typeface="Quicksand Medium"/>
                <a:cs typeface="Quicksand Medium"/>
                <a:sym typeface="Quicksand Medium"/>
              </a:rPr>
              <a:t>Co</a:t>
            </a:r>
            <a:r>
              <a:rPr lang="en-US" b="true" sz="1633" spc="14" strike="noStrike" u="none">
                <a:solidFill>
                  <a:srgbClr val="7B6861"/>
                </a:solidFill>
                <a:latin typeface="Quicksand Medium"/>
                <a:ea typeface="Quicksand Medium"/>
                <a:cs typeface="Quicksand Medium"/>
                <a:sym typeface="Quicksand Medium"/>
              </a:rPr>
              <a:t>m</a:t>
            </a:r>
            <a:r>
              <a:rPr lang="en-US" b="true" sz="1633" spc="14" strike="noStrike" u="none">
                <a:solidFill>
                  <a:srgbClr val="7B6861"/>
                </a:solidFill>
                <a:latin typeface="Quicksand Medium"/>
                <a:ea typeface="Quicksand Medium"/>
                <a:cs typeface="Quicksand Medium"/>
                <a:sym typeface="Quicksand Medium"/>
              </a:rPr>
              <a:t>bining</a:t>
            </a:r>
            <a:r>
              <a:rPr lang="en-US" b="true" sz="1633" spc="14" strike="noStrike" u="none">
                <a:solidFill>
                  <a:srgbClr val="7B6861"/>
                </a:solidFill>
                <a:latin typeface="Quicksand Medium"/>
                <a:ea typeface="Quicksand Medium"/>
                <a:cs typeface="Quicksand Medium"/>
                <a:sym typeface="Quicksand Medium"/>
              </a:rPr>
              <a:t> </a:t>
            </a:r>
            <a:r>
              <a:rPr lang="en-US" b="true" sz="1633" spc="14" strike="noStrike" u="none">
                <a:solidFill>
                  <a:srgbClr val="7B6861"/>
                </a:solidFill>
                <a:latin typeface="Quicksand Medium"/>
                <a:ea typeface="Quicksand Medium"/>
                <a:cs typeface="Quicksand Medium"/>
                <a:sym typeface="Quicksand Medium"/>
              </a:rPr>
              <a:t>bo</a:t>
            </a:r>
            <a:r>
              <a:rPr lang="en-US" b="true" sz="1633" spc="14" strike="noStrike" u="none">
                <a:solidFill>
                  <a:srgbClr val="7B6861"/>
                </a:solidFill>
                <a:latin typeface="Quicksand Medium"/>
                <a:ea typeface="Quicksand Medium"/>
                <a:cs typeface="Quicksand Medium"/>
                <a:sym typeface="Quicksand Medium"/>
              </a:rPr>
              <a:t>t</a:t>
            </a:r>
            <a:r>
              <a:rPr lang="en-US" b="true" sz="1633" spc="14" strike="noStrike" u="none">
                <a:solidFill>
                  <a:srgbClr val="7B6861"/>
                </a:solidFill>
                <a:latin typeface="Quicksand Medium"/>
                <a:ea typeface="Quicksand Medium"/>
                <a:cs typeface="Quicksand Medium"/>
                <a:sym typeface="Quicksand Medium"/>
              </a:rPr>
              <a:t>h</a:t>
            </a:r>
            <a:r>
              <a:rPr lang="en-US" b="true" sz="1633" spc="14" strike="noStrike" u="none">
                <a:solidFill>
                  <a:srgbClr val="7B6861"/>
                </a:solidFill>
                <a:latin typeface="Quicksand Medium"/>
                <a:ea typeface="Quicksand Medium"/>
                <a:cs typeface="Quicksand Medium"/>
                <a:sym typeface="Quicksand Medium"/>
              </a:rPr>
              <a:t> c</a:t>
            </a:r>
            <a:r>
              <a:rPr lang="en-US" b="true" sz="1633" spc="14" strike="noStrike" u="none">
                <a:solidFill>
                  <a:srgbClr val="7B6861"/>
                </a:solidFill>
                <a:latin typeface="Quicksand Medium"/>
                <a:ea typeface="Quicksand Medium"/>
                <a:cs typeface="Quicksand Medium"/>
                <a:sym typeface="Quicksand Medium"/>
              </a:rPr>
              <a:t>hal</a:t>
            </a:r>
            <a:r>
              <a:rPr lang="en-US" b="true" sz="1633" spc="14" strike="noStrike" u="none">
                <a:solidFill>
                  <a:srgbClr val="7B6861"/>
                </a:solidFill>
                <a:latin typeface="Quicksand Medium"/>
                <a:ea typeface="Quicksand Medium"/>
                <a:cs typeface="Quicksand Medium"/>
                <a:sym typeface="Quicksand Medium"/>
              </a:rPr>
              <a:t>le</a:t>
            </a:r>
            <a:r>
              <a:rPr lang="en-US" b="true" sz="1633" spc="14" strike="noStrike" u="none">
                <a:solidFill>
                  <a:srgbClr val="7B6861"/>
                </a:solidFill>
                <a:latin typeface="Quicksand Medium"/>
                <a:ea typeface="Quicksand Medium"/>
                <a:cs typeface="Quicksand Medium"/>
                <a:sym typeface="Quicksand Medium"/>
              </a:rPr>
              <a:t>nge</a:t>
            </a:r>
            <a:r>
              <a:rPr lang="en-US" b="true" sz="1633" spc="14" strike="noStrike" u="none">
                <a:solidFill>
                  <a:srgbClr val="7B6861"/>
                </a:solidFill>
                <a:latin typeface="Quicksand Medium"/>
                <a:ea typeface="Quicksand Medium"/>
                <a:cs typeface="Quicksand Medium"/>
                <a:sym typeface="Quicksand Medium"/>
              </a:rPr>
              <a:t>s</a:t>
            </a:r>
            <a:r>
              <a:rPr lang="en-US" b="true" sz="1633" spc="14" strike="noStrike" u="none">
                <a:solidFill>
                  <a:srgbClr val="7B6861"/>
                </a:solidFill>
                <a:latin typeface="Quicksand Medium"/>
                <a:ea typeface="Quicksand Medium"/>
                <a:cs typeface="Quicksand Medium"/>
                <a:sym typeface="Quicksand Medium"/>
              </a:rPr>
              <a:t> th</a:t>
            </a:r>
            <a:r>
              <a:rPr lang="en-US" b="true" sz="1633" spc="14" strike="noStrike" u="none">
                <a:solidFill>
                  <a:srgbClr val="7B6861"/>
                </a:solidFill>
                <a:latin typeface="Quicksand Medium"/>
                <a:ea typeface="Quicksand Medium"/>
                <a:cs typeface="Quicksand Medium"/>
                <a:sym typeface="Quicksand Medium"/>
              </a:rPr>
              <a:t>e </a:t>
            </a:r>
            <a:r>
              <a:rPr lang="en-US" b="true" sz="1633" spc="14" strike="noStrike" u="none">
                <a:solidFill>
                  <a:srgbClr val="7B6861"/>
                </a:solidFill>
                <a:latin typeface="Quicksand Medium"/>
                <a:ea typeface="Quicksand Medium"/>
                <a:cs typeface="Quicksand Medium"/>
                <a:sym typeface="Quicksand Medium"/>
              </a:rPr>
              <a:t>ch</a:t>
            </a:r>
            <a:r>
              <a:rPr lang="en-US" b="true" sz="1633" spc="14" strike="noStrike" u="none">
                <a:solidFill>
                  <a:srgbClr val="7B6861"/>
                </a:solidFill>
                <a:latin typeface="Quicksand Medium"/>
                <a:ea typeface="Quicksand Medium"/>
                <a:cs typeface="Quicksand Medium"/>
                <a:sym typeface="Quicksand Medium"/>
              </a:rPr>
              <a:t>il</a:t>
            </a:r>
            <a:r>
              <a:rPr lang="en-US" b="true" sz="1633" spc="14" strike="noStrike" u="none">
                <a:solidFill>
                  <a:srgbClr val="7B6861"/>
                </a:solidFill>
                <a:latin typeface="Quicksand Medium"/>
                <a:ea typeface="Quicksand Medium"/>
                <a:cs typeface="Quicksand Medium"/>
                <a:sym typeface="Quicksand Medium"/>
              </a:rPr>
              <a:t>d'</a:t>
            </a:r>
            <a:r>
              <a:rPr lang="en-US" b="true" sz="1633" spc="14" strike="noStrike" u="none">
                <a:solidFill>
                  <a:srgbClr val="7B6861"/>
                </a:solidFill>
                <a:latin typeface="Quicksand Medium"/>
                <a:ea typeface="Quicksand Medium"/>
                <a:cs typeface="Quicksand Medium"/>
                <a:sym typeface="Quicksand Medium"/>
              </a:rPr>
              <a:t>s</a:t>
            </a:r>
            <a:r>
              <a:rPr lang="en-US" b="true" sz="1633" spc="14" strike="noStrike" u="none">
                <a:solidFill>
                  <a:srgbClr val="7B6861"/>
                </a:solidFill>
                <a:latin typeface="Quicksand Medium"/>
                <a:ea typeface="Quicksand Medium"/>
                <a:cs typeface="Quicksand Medium"/>
                <a:sym typeface="Quicksand Medium"/>
              </a:rPr>
              <a:t> </a:t>
            </a:r>
            <a:r>
              <a:rPr lang="en-US" b="true" sz="1633" spc="14" strike="noStrike" u="none">
                <a:solidFill>
                  <a:srgbClr val="7B6861"/>
                </a:solidFill>
                <a:latin typeface="Quicksand Medium"/>
                <a:ea typeface="Quicksand Medium"/>
                <a:cs typeface="Quicksand Medium"/>
                <a:sym typeface="Quicksand Medium"/>
              </a:rPr>
              <a:t>p</a:t>
            </a:r>
            <a:r>
              <a:rPr lang="en-US" b="true" sz="1633" spc="14" strike="noStrike" u="none">
                <a:solidFill>
                  <a:srgbClr val="7B6861"/>
                </a:solidFill>
                <a:latin typeface="Quicksand Medium"/>
                <a:ea typeface="Quicksand Medium"/>
                <a:cs typeface="Quicksand Medium"/>
                <a:sym typeface="Quicksand Medium"/>
              </a:rPr>
              <a:t>robl</a:t>
            </a:r>
            <a:r>
              <a:rPr lang="en-US" b="true" sz="1633" spc="14" strike="noStrike" u="none">
                <a:solidFill>
                  <a:srgbClr val="7B6861"/>
                </a:solidFill>
                <a:latin typeface="Quicksand Medium"/>
                <a:ea typeface="Quicksand Medium"/>
                <a:cs typeface="Quicksand Medium"/>
                <a:sym typeface="Quicksand Medium"/>
              </a:rPr>
              <a:t>e</a:t>
            </a:r>
            <a:r>
              <a:rPr lang="en-US" b="true" sz="1633" spc="14" strike="noStrike" u="none">
                <a:solidFill>
                  <a:srgbClr val="7B6861"/>
                </a:solidFill>
                <a:latin typeface="Quicksand Medium"/>
                <a:ea typeface="Quicksand Medium"/>
                <a:cs typeface="Quicksand Medium"/>
                <a:sym typeface="Quicksand Medium"/>
              </a:rPr>
              <a:t>m-solvi</a:t>
            </a:r>
            <a:r>
              <a:rPr lang="en-US" b="true" sz="1633" spc="14" strike="noStrike" u="none">
                <a:solidFill>
                  <a:srgbClr val="7B6861"/>
                </a:solidFill>
                <a:latin typeface="Quicksand Medium"/>
                <a:ea typeface="Quicksand Medium"/>
                <a:cs typeface="Quicksand Medium"/>
                <a:sym typeface="Quicksand Medium"/>
              </a:rPr>
              <a:t>n</a:t>
            </a:r>
            <a:r>
              <a:rPr lang="en-US" b="true" sz="1633" spc="14" strike="noStrike" u="none">
                <a:solidFill>
                  <a:srgbClr val="7B6861"/>
                </a:solidFill>
                <a:latin typeface="Quicksand Medium"/>
                <a:ea typeface="Quicksand Medium"/>
                <a:cs typeface="Quicksand Medium"/>
                <a:sym typeface="Quicksand Medium"/>
              </a:rPr>
              <a:t>g sk</a:t>
            </a:r>
            <a:r>
              <a:rPr lang="en-US" b="true" sz="1633" spc="14" strike="noStrike" u="none">
                <a:solidFill>
                  <a:srgbClr val="7B6861"/>
                </a:solidFill>
                <a:latin typeface="Quicksand Medium"/>
                <a:ea typeface="Quicksand Medium"/>
                <a:cs typeface="Quicksand Medium"/>
                <a:sym typeface="Quicksand Medium"/>
              </a:rPr>
              <a:t>i</a:t>
            </a:r>
            <a:r>
              <a:rPr lang="en-US" b="true" sz="1633" spc="14" strike="noStrike" u="none">
                <a:solidFill>
                  <a:srgbClr val="7B6861"/>
                </a:solidFill>
                <a:latin typeface="Quicksand Medium"/>
                <a:ea typeface="Quicksand Medium"/>
                <a:cs typeface="Quicksand Medium"/>
                <a:sym typeface="Quicksand Medium"/>
              </a:rPr>
              <a:t>ll</a:t>
            </a:r>
            <a:r>
              <a:rPr lang="en-US" b="true" sz="1633" spc="14" strike="noStrike" u="none">
                <a:solidFill>
                  <a:srgbClr val="7B6861"/>
                </a:solidFill>
                <a:latin typeface="Quicksand Medium"/>
                <a:ea typeface="Quicksand Medium"/>
                <a:cs typeface="Quicksand Medium"/>
                <a:sym typeface="Quicksand Medium"/>
              </a:rPr>
              <a:t>s</a:t>
            </a:r>
            <a:r>
              <a:rPr lang="en-US" b="true" sz="1633" spc="14" strike="noStrike" u="none">
                <a:solidFill>
                  <a:srgbClr val="7B6861"/>
                </a:solidFill>
                <a:latin typeface="Quicksand Medium"/>
                <a:ea typeface="Quicksand Medium"/>
                <a:cs typeface="Quicksand Medium"/>
                <a:sym typeface="Quicksand Medium"/>
              </a:rPr>
              <a:t>.</a:t>
            </a:r>
          </a:p>
          <a:p>
            <a:pPr algn="l" marL="352728" indent="-176364" lvl="1">
              <a:lnSpc>
                <a:spcPts val="2221"/>
              </a:lnSpc>
              <a:spcBef>
                <a:spcPct val="0"/>
              </a:spcBef>
              <a:buFont typeface="Arial"/>
              <a:buChar char="•"/>
            </a:pPr>
            <a:r>
              <a:rPr lang="en-US" b="true" sz="1633" spc="14" strike="noStrike" u="none">
                <a:solidFill>
                  <a:srgbClr val="7B6861"/>
                </a:solidFill>
                <a:latin typeface="Quicksand Medium"/>
                <a:ea typeface="Quicksand Medium"/>
                <a:cs typeface="Quicksand Medium"/>
                <a:sym typeface="Quicksand Medium"/>
              </a:rPr>
              <a:t>U</a:t>
            </a:r>
            <a:r>
              <a:rPr lang="en-US" b="true" sz="1633" spc="14" strike="noStrike" u="none">
                <a:solidFill>
                  <a:srgbClr val="7B6861"/>
                </a:solidFill>
                <a:latin typeface="Quicksand Medium"/>
                <a:ea typeface="Quicksand Medium"/>
                <a:cs typeface="Quicksand Medium"/>
                <a:sym typeface="Quicksand Medium"/>
              </a:rPr>
              <a:t>se</a:t>
            </a:r>
            <a:r>
              <a:rPr lang="en-US" b="true" sz="1633" spc="14" strike="noStrike" u="none">
                <a:solidFill>
                  <a:srgbClr val="7B6861"/>
                </a:solidFill>
                <a:latin typeface="Quicksand Medium"/>
                <a:ea typeface="Quicksand Medium"/>
                <a:cs typeface="Quicksand Medium"/>
                <a:sym typeface="Quicksand Medium"/>
              </a:rPr>
              <a:t>r</a:t>
            </a:r>
            <a:r>
              <a:rPr lang="en-US" b="true" sz="1633" spc="14" strike="noStrike" u="none">
                <a:solidFill>
                  <a:srgbClr val="7B6861"/>
                </a:solidFill>
                <a:latin typeface="Quicksand Medium"/>
                <a:ea typeface="Quicksand Medium"/>
                <a:cs typeface="Quicksand Medium"/>
                <a:sym typeface="Quicksand Medium"/>
              </a:rPr>
              <a:t> </a:t>
            </a:r>
            <a:r>
              <a:rPr lang="en-US" b="true" sz="1633" spc="14" strike="noStrike" u="none">
                <a:solidFill>
                  <a:srgbClr val="7B6861"/>
                </a:solidFill>
                <a:latin typeface="Quicksand Medium"/>
                <a:ea typeface="Quicksand Medium"/>
                <a:cs typeface="Quicksand Medium"/>
                <a:sym typeface="Quicksand Medium"/>
              </a:rPr>
              <a:t>Benef</a:t>
            </a:r>
            <a:r>
              <a:rPr lang="en-US" b="true" sz="1633" spc="14" strike="noStrike" u="none">
                <a:solidFill>
                  <a:srgbClr val="7B6861"/>
                </a:solidFill>
                <a:latin typeface="Quicksand Medium"/>
                <a:ea typeface="Quicksand Medium"/>
                <a:cs typeface="Quicksand Medium"/>
                <a:sym typeface="Quicksand Medium"/>
              </a:rPr>
              <a:t>i</a:t>
            </a:r>
            <a:r>
              <a:rPr lang="en-US" b="true" sz="1633" spc="14" strike="noStrike" u="none">
                <a:solidFill>
                  <a:srgbClr val="7B6861"/>
                </a:solidFill>
                <a:latin typeface="Quicksand Medium"/>
                <a:ea typeface="Quicksand Medium"/>
                <a:cs typeface="Quicksand Medium"/>
                <a:sym typeface="Quicksand Medium"/>
              </a:rPr>
              <a:t>t</a:t>
            </a:r>
            <a:r>
              <a:rPr lang="en-US" b="true" sz="1633" spc="14" strike="noStrike" u="none">
                <a:solidFill>
                  <a:srgbClr val="7B6861"/>
                </a:solidFill>
                <a:latin typeface="Quicksand Medium"/>
                <a:ea typeface="Quicksand Medium"/>
                <a:cs typeface="Quicksand Medium"/>
                <a:sym typeface="Quicksand Medium"/>
              </a:rPr>
              <a:t>s</a:t>
            </a:r>
            <a:r>
              <a:rPr lang="en-US" b="true" sz="1633" spc="14" strike="noStrike" u="none">
                <a:solidFill>
                  <a:srgbClr val="7B6861"/>
                </a:solidFill>
                <a:latin typeface="Quicksand Medium"/>
                <a:ea typeface="Quicksand Medium"/>
                <a:cs typeface="Quicksand Medium"/>
                <a:sym typeface="Quicksand Medium"/>
              </a:rPr>
              <a:t>:</a:t>
            </a:r>
          </a:p>
          <a:p>
            <a:pPr algn="l" marL="705456" indent="-235152" lvl="2">
              <a:lnSpc>
                <a:spcPts val="2221"/>
              </a:lnSpc>
              <a:spcBef>
                <a:spcPct val="0"/>
              </a:spcBef>
              <a:buFont typeface="Arial"/>
              <a:buChar char="⚬"/>
            </a:pPr>
            <a:r>
              <a:rPr lang="en-US" b="true" sz="1633" spc="14" strike="noStrike" u="none">
                <a:solidFill>
                  <a:srgbClr val="7B6861"/>
                </a:solidFill>
                <a:latin typeface="Quicksand Medium"/>
                <a:ea typeface="Quicksand Medium"/>
                <a:cs typeface="Quicksand Medium"/>
                <a:sym typeface="Quicksand Medium"/>
              </a:rPr>
              <a:t>Cognitive:</a:t>
            </a:r>
            <a:r>
              <a:rPr lang="en-US" b="true" sz="1633" spc="14" strike="noStrike" u="none">
                <a:solidFill>
                  <a:srgbClr val="7B6861"/>
                </a:solidFill>
                <a:latin typeface="Quicksand Medium"/>
                <a:ea typeface="Quicksand Medium"/>
                <a:cs typeface="Quicksand Medium"/>
                <a:sym typeface="Quicksand Medium"/>
              </a:rPr>
              <a:t> </a:t>
            </a:r>
            <a:r>
              <a:rPr lang="en-US" b="true" sz="1633" spc="14" strike="noStrike" u="none">
                <a:solidFill>
                  <a:srgbClr val="7B6861"/>
                </a:solidFill>
                <a:latin typeface="Quicksand Medium"/>
                <a:ea typeface="Quicksand Medium"/>
                <a:cs typeface="Quicksand Medium"/>
                <a:sym typeface="Quicksand Medium"/>
              </a:rPr>
              <a:t>Enhances shape </a:t>
            </a:r>
            <a:r>
              <a:rPr lang="en-US" b="true" sz="1633" spc="14" strike="noStrike" u="none">
                <a:solidFill>
                  <a:srgbClr val="7B6861"/>
                </a:solidFill>
                <a:latin typeface="Quicksand Medium"/>
                <a:ea typeface="Quicksand Medium"/>
                <a:cs typeface="Quicksand Medium"/>
                <a:sym typeface="Quicksand Medium"/>
              </a:rPr>
              <a:t>r</a:t>
            </a:r>
            <a:r>
              <a:rPr lang="en-US" b="true" sz="1633" spc="14" strike="noStrike" u="none">
                <a:solidFill>
                  <a:srgbClr val="7B6861"/>
                </a:solidFill>
                <a:latin typeface="Quicksand Medium"/>
                <a:ea typeface="Quicksand Medium"/>
                <a:cs typeface="Quicksand Medium"/>
                <a:sym typeface="Quicksand Medium"/>
              </a:rPr>
              <a:t>ecog</a:t>
            </a:r>
            <a:r>
              <a:rPr lang="en-US" b="true" sz="1633" spc="14" strike="noStrike" u="none">
                <a:solidFill>
                  <a:srgbClr val="7B6861"/>
                </a:solidFill>
                <a:latin typeface="Quicksand Medium"/>
                <a:ea typeface="Quicksand Medium"/>
                <a:cs typeface="Quicksand Medium"/>
                <a:sym typeface="Quicksand Medium"/>
              </a:rPr>
              <a:t>n</a:t>
            </a:r>
            <a:r>
              <a:rPr lang="en-US" b="true" sz="1633" spc="14" strike="noStrike" u="none">
                <a:solidFill>
                  <a:srgbClr val="7B6861"/>
                </a:solidFill>
                <a:latin typeface="Quicksand Medium"/>
                <a:ea typeface="Quicksand Medium"/>
                <a:cs typeface="Quicksand Medium"/>
                <a:sym typeface="Quicksand Medium"/>
              </a:rPr>
              <a:t>ition </a:t>
            </a:r>
            <a:r>
              <a:rPr lang="en-US" b="true" sz="1633" spc="14" strike="noStrike" u="none">
                <a:solidFill>
                  <a:srgbClr val="7B6861"/>
                </a:solidFill>
                <a:latin typeface="Quicksand Medium"/>
                <a:ea typeface="Quicksand Medium"/>
                <a:cs typeface="Quicksand Medium"/>
                <a:sym typeface="Quicksand Medium"/>
              </a:rPr>
              <a:t>a</a:t>
            </a:r>
            <a:r>
              <a:rPr lang="en-US" b="true" sz="1633" spc="14" strike="noStrike" u="none">
                <a:solidFill>
                  <a:srgbClr val="7B6861"/>
                </a:solidFill>
                <a:latin typeface="Quicksand Medium"/>
                <a:ea typeface="Quicksand Medium"/>
                <a:cs typeface="Quicksand Medium"/>
                <a:sym typeface="Quicksand Medium"/>
              </a:rPr>
              <a:t>nd</a:t>
            </a:r>
            <a:r>
              <a:rPr lang="en-US" b="true" sz="1633" spc="14" strike="noStrike" u="none">
                <a:solidFill>
                  <a:srgbClr val="7B6861"/>
                </a:solidFill>
                <a:latin typeface="Quicksand Medium"/>
                <a:ea typeface="Quicksand Medium"/>
                <a:cs typeface="Quicksand Medium"/>
                <a:sym typeface="Quicksand Medium"/>
              </a:rPr>
              <a:t> </a:t>
            </a:r>
            <a:r>
              <a:rPr lang="en-US" b="true" sz="1633" spc="14" strike="noStrike" u="none">
                <a:solidFill>
                  <a:srgbClr val="7B6861"/>
                </a:solidFill>
                <a:latin typeface="Quicksand Medium"/>
                <a:ea typeface="Quicksand Medium"/>
                <a:cs typeface="Quicksand Medium"/>
                <a:sym typeface="Quicksand Medium"/>
              </a:rPr>
              <a:t>spatia</a:t>
            </a:r>
            <a:r>
              <a:rPr lang="en-US" b="true" sz="1633" spc="14" strike="noStrike" u="none">
                <a:solidFill>
                  <a:srgbClr val="7B6861"/>
                </a:solidFill>
                <a:latin typeface="Quicksand Medium"/>
                <a:ea typeface="Quicksand Medium"/>
                <a:cs typeface="Quicksand Medium"/>
                <a:sym typeface="Quicksand Medium"/>
              </a:rPr>
              <a:t>l </a:t>
            </a:r>
            <a:r>
              <a:rPr lang="en-US" b="true" sz="1633" spc="14" strike="noStrike" u="none">
                <a:solidFill>
                  <a:srgbClr val="7B6861"/>
                </a:solidFill>
                <a:latin typeface="Quicksand Medium"/>
                <a:ea typeface="Quicksand Medium"/>
                <a:cs typeface="Quicksand Medium"/>
                <a:sym typeface="Quicksand Medium"/>
              </a:rPr>
              <a:t>awar</a:t>
            </a:r>
            <a:r>
              <a:rPr lang="en-US" b="true" sz="1633" spc="14" strike="noStrike" u="none">
                <a:solidFill>
                  <a:srgbClr val="7B6861"/>
                </a:solidFill>
                <a:latin typeface="Quicksand Medium"/>
                <a:ea typeface="Quicksand Medium"/>
                <a:cs typeface="Quicksand Medium"/>
                <a:sym typeface="Quicksand Medium"/>
              </a:rPr>
              <a:t>e</a:t>
            </a:r>
            <a:r>
              <a:rPr lang="en-US" b="true" sz="1633" spc="14" strike="noStrike" u="none">
                <a:solidFill>
                  <a:srgbClr val="7B6861"/>
                </a:solidFill>
                <a:latin typeface="Quicksand Medium"/>
                <a:ea typeface="Quicksand Medium"/>
                <a:cs typeface="Quicksand Medium"/>
                <a:sym typeface="Quicksand Medium"/>
              </a:rPr>
              <a:t>ness </a:t>
            </a:r>
            <a:r>
              <a:rPr lang="en-US" b="true" sz="1633" spc="14" strike="noStrike" u="none">
                <a:solidFill>
                  <a:srgbClr val="7B6861"/>
                </a:solidFill>
                <a:latin typeface="Quicksand Medium"/>
                <a:ea typeface="Quicksand Medium"/>
                <a:cs typeface="Quicksand Medium"/>
                <a:sym typeface="Quicksand Medium"/>
              </a:rPr>
              <a:t>t</a:t>
            </a:r>
            <a:r>
              <a:rPr lang="en-US" b="true" sz="1633" spc="14" strike="noStrike" u="none">
                <a:solidFill>
                  <a:srgbClr val="7B6861"/>
                </a:solidFill>
                <a:latin typeface="Quicksand Medium"/>
                <a:ea typeface="Quicksand Medium"/>
                <a:cs typeface="Quicksand Medium"/>
                <a:sym typeface="Quicksand Medium"/>
              </a:rPr>
              <a:t>hro</a:t>
            </a:r>
            <a:r>
              <a:rPr lang="en-US" b="true" sz="1633" spc="14" strike="noStrike" u="none">
                <a:solidFill>
                  <a:srgbClr val="7B6861"/>
                </a:solidFill>
                <a:latin typeface="Quicksand Medium"/>
                <a:ea typeface="Quicksand Medium"/>
                <a:cs typeface="Quicksand Medium"/>
                <a:sym typeface="Quicksand Medium"/>
              </a:rPr>
              <a:t>u</a:t>
            </a:r>
            <a:r>
              <a:rPr lang="en-US" b="true" sz="1633" spc="14" strike="noStrike" u="none">
                <a:solidFill>
                  <a:srgbClr val="7B6861"/>
                </a:solidFill>
                <a:latin typeface="Quicksand Medium"/>
                <a:ea typeface="Quicksand Medium"/>
                <a:cs typeface="Quicksand Medium"/>
                <a:sym typeface="Quicksand Medium"/>
              </a:rPr>
              <a:t>gh the </a:t>
            </a:r>
            <a:r>
              <a:rPr lang="en-US" b="true" sz="1633" spc="14" strike="noStrike" u="none">
                <a:solidFill>
                  <a:srgbClr val="7B6861"/>
                </a:solidFill>
                <a:latin typeface="Quicksand Medium"/>
                <a:ea typeface="Quicksand Medium"/>
                <a:cs typeface="Quicksand Medium"/>
                <a:sym typeface="Quicksand Medium"/>
              </a:rPr>
              <a:t>s</a:t>
            </a:r>
            <a:r>
              <a:rPr lang="en-US" b="true" sz="1633" spc="14" strike="noStrike" u="none">
                <a:solidFill>
                  <a:srgbClr val="7B6861"/>
                </a:solidFill>
                <a:latin typeface="Quicksand Medium"/>
                <a:ea typeface="Quicksand Medium"/>
                <a:cs typeface="Quicksand Medium"/>
                <a:sym typeface="Quicksand Medium"/>
              </a:rPr>
              <a:t>orting</a:t>
            </a:r>
            <a:r>
              <a:rPr lang="en-US" b="true" sz="1633" spc="14" strike="noStrike" u="none">
                <a:solidFill>
                  <a:srgbClr val="7B6861"/>
                </a:solidFill>
                <a:latin typeface="Quicksand Medium"/>
                <a:ea typeface="Quicksand Medium"/>
                <a:cs typeface="Quicksand Medium"/>
                <a:sym typeface="Quicksand Medium"/>
              </a:rPr>
              <a:t> pu</a:t>
            </a:r>
            <a:r>
              <a:rPr lang="en-US" b="true" sz="1633" spc="14" strike="noStrike" u="none">
                <a:solidFill>
                  <a:srgbClr val="7B6861"/>
                </a:solidFill>
                <a:latin typeface="Quicksand Medium"/>
                <a:ea typeface="Quicksand Medium"/>
                <a:cs typeface="Quicksand Medium"/>
                <a:sym typeface="Quicksand Medium"/>
              </a:rPr>
              <a:t>zz</a:t>
            </a:r>
            <a:r>
              <a:rPr lang="en-US" b="true" sz="1633" spc="14" strike="noStrike" u="none">
                <a:solidFill>
                  <a:srgbClr val="7B6861"/>
                </a:solidFill>
                <a:latin typeface="Quicksand Medium"/>
                <a:ea typeface="Quicksand Medium"/>
                <a:cs typeface="Quicksand Medium"/>
                <a:sym typeface="Quicksand Medium"/>
              </a:rPr>
              <a:t>l</a:t>
            </a:r>
            <a:r>
              <a:rPr lang="en-US" b="true" sz="1633" spc="14" strike="noStrike" u="none">
                <a:solidFill>
                  <a:srgbClr val="7B6861"/>
                </a:solidFill>
                <a:latin typeface="Quicksand Medium"/>
                <a:ea typeface="Quicksand Medium"/>
                <a:cs typeface="Quicksand Medium"/>
                <a:sym typeface="Quicksand Medium"/>
              </a:rPr>
              <a:t>e.</a:t>
            </a:r>
          </a:p>
          <a:p>
            <a:pPr algn="l" marL="705456" indent="-235152" lvl="2">
              <a:lnSpc>
                <a:spcPts val="2221"/>
              </a:lnSpc>
              <a:spcBef>
                <a:spcPct val="0"/>
              </a:spcBef>
              <a:buFont typeface="Arial"/>
              <a:buChar char="⚬"/>
            </a:pPr>
            <a:r>
              <a:rPr lang="en-US" b="true" sz="1633" spc="14" strike="noStrike" u="none">
                <a:solidFill>
                  <a:srgbClr val="7B6861"/>
                </a:solidFill>
                <a:latin typeface="Quicksand Medium"/>
                <a:ea typeface="Quicksand Medium"/>
                <a:cs typeface="Quicksand Medium"/>
                <a:sym typeface="Quicksand Medium"/>
              </a:rPr>
              <a:t>Physical: Impro</a:t>
            </a:r>
            <a:r>
              <a:rPr lang="en-US" b="true" sz="1633" spc="14" strike="noStrike" u="none">
                <a:solidFill>
                  <a:srgbClr val="7B6861"/>
                </a:solidFill>
                <a:latin typeface="Quicksand Medium"/>
                <a:ea typeface="Quicksand Medium"/>
                <a:cs typeface="Quicksand Medium"/>
                <a:sym typeface="Quicksand Medium"/>
              </a:rPr>
              <a:t>v</a:t>
            </a:r>
            <a:r>
              <a:rPr lang="en-US" b="true" sz="1633" spc="14" strike="noStrike" u="none">
                <a:solidFill>
                  <a:srgbClr val="7B6861"/>
                </a:solidFill>
                <a:latin typeface="Quicksand Medium"/>
                <a:ea typeface="Quicksand Medium"/>
                <a:cs typeface="Quicksand Medium"/>
                <a:sym typeface="Quicksand Medium"/>
              </a:rPr>
              <a:t>es hand-eye coord</a:t>
            </a:r>
            <a:r>
              <a:rPr lang="en-US" b="true" sz="1633" spc="14" strike="noStrike" u="none">
                <a:solidFill>
                  <a:srgbClr val="7B6861"/>
                </a:solidFill>
                <a:latin typeface="Quicksand Medium"/>
                <a:ea typeface="Quicksand Medium"/>
                <a:cs typeface="Quicksand Medium"/>
                <a:sym typeface="Quicksand Medium"/>
              </a:rPr>
              <a:t>ina</a:t>
            </a:r>
            <a:r>
              <a:rPr lang="en-US" b="true" sz="1633" spc="14" strike="noStrike" u="none">
                <a:solidFill>
                  <a:srgbClr val="7B6861"/>
                </a:solidFill>
                <a:latin typeface="Quicksand Medium"/>
                <a:ea typeface="Quicksand Medium"/>
                <a:cs typeface="Quicksand Medium"/>
                <a:sym typeface="Quicksand Medium"/>
              </a:rPr>
              <a:t>tion when catching o</a:t>
            </a:r>
            <a:r>
              <a:rPr lang="en-US" b="true" sz="1633" spc="14" strike="noStrike" u="none">
                <a:solidFill>
                  <a:srgbClr val="7B6861"/>
                </a:solidFill>
                <a:latin typeface="Quicksand Medium"/>
                <a:ea typeface="Quicksand Medium"/>
                <a:cs typeface="Quicksand Medium"/>
                <a:sym typeface="Quicksand Medium"/>
              </a:rPr>
              <a:t>r </a:t>
            </a:r>
            <a:r>
              <a:rPr lang="en-US" b="true" sz="1633" spc="14" strike="noStrike" u="none">
                <a:solidFill>
                  <a:srgbClr val="7B6861"/>
                </a:solidFill>
                <a:latin typeface="Quicksand Medium"/>
                <a:ea typeface="Quicksand Medium"/>
                <a:cs typeface="Quicksand Medium"/>
                <a:sym typeface="Quicksand Medium"/>
              </a:rPr>
              <a:t>t</a:t>
            </a:r>
            <a:r>
              <a:rPr lang="en-US" b="true" sz="1633" spc="14" strike="noStrike" u="none">
                <a:solidFill>
                  <a:srgbClr val="7B6861"/>
                </a:solidFill>
                <a:latin typeface="Quicksand Medium"/>
                <a:ea typeface="Quicksand Medium"/>
                <a:cs typeface="Quicksand Medium"/>
                <a:sym typeface="Quicksand Medium"/>
              </a:rPr>
              <a:t>ar</a:t>
            </a:r>
            <a:r>
              <a:rPr lang="en-US" b="true" sz="1633" spc="14" strike="noStrike" u="none">
                <a:solidFill>
                  <a:srgbClr val="7B6861"/>
                </a:solidFill>
                <a:latin typeface="Quicksand Medium"/>
                <a:ea typeface="Quicksand Medium"/>
                <a:cs typeface="Quicksand Medium"/>
                <a:sym typeface="Quicksand Medium"/>
              </a:rPr>
              <a:t>g</a:t>
            </a:r>
            <a:r>
              <a:rPr lang="en-US" b="true" sz="1633" spc="14" strike="noStrike" u="none">
                <a:solidFill>
                  <a:srgbClr val="7B6861"/>
                </a:solidFill>
                <a:latin typeface="Quicksand Medium"/>
                <a:ea typeface="Quicksand Medium"/>
                <a:cs typeface="Quicksand Medium"/>
                <a:sym typeface="Quicksand Medium"/>
              </a:rPr>
              <a:t>et</a:t>
            </a:r>
            <a:r>
              <a:rPr lang="en-US" b="true" sz="1633" spc="14" strike="noStrike" u="none">
                <a:solidFill>
                  <a:srgbClr val="7B6861"/>
                </a:solidFill>
                <a:latin typeface="Quicksand Medium"/>
                <a:ea typeface="Quicksand Medium"/>
                <a:cs typeface="Quicksand Medium"/>
                <a:sym typeface="Quicksand Medium"/>
              </a:rPr>
              <a:t>ing the launched b</a:t>
            </a:r>
            <a:r>
              <a:rPr lang="en-US" b="true" sz="1633" spc="14" strike="noStrike" u="none">
                <a:solidFill>
                  <a:srgbClr val="7B6861"/>
                </a:solidFill>
                <a:latin typeface="Quicksand Medium"/>
                <a:ea typeface="Quicksand Medium"/>
                <a:cs typeface="Quicksand Medium"/>
                <a:sym typeface="Quicksand Medium"/>
              </a:rPr>
              <a:t>a</a:t>
            </a:r>
            <a:r>
              <a:rPr lang="en-US" b="true" sz="1633" spc="14" strike="noStrike" u="none">
                <a:solidFill>
                  <a:srgbClr val="7B6861"/>
                </a:solidFill>
                <a:latin typeface="Quicksand Medium"/>
                <a:ea typeface="Quicksand Medium"/>
                <a:cs typeface="Quicksand Medium"/>
                <a:sym typeface="Quicksand Medium"/>
              </a:rPr>
              <a:t>lls</a:t>
            </a:r>
            <a:r>
              <a:rPr lang="en-US" b="true" sz="1633" spc="14" strike="noStrike" u="none">
                <a:solidFill>
                  <a:srgbClr val="7B6861"/>
                </a:solidFill>
                <a:latin typeface="Quicksand Medium"/>
                <a:ea typeface="Quicksand Medium"/>
                <a:cs typeface="Quicksand Medium"/>
                <a:sym typeface="Quicksand Medium"/>
              </a:rPr>
              <a:t>.</a:t>
            </a:r>
          </a:p>
          <a:p>
            <a:pPr algn="l" marL="0" indent="0" lvl="0">
              <a:lnSpc>
                <a:spcPts val="2221"/>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4" id="14"/>
          <p:cNvSpPr/>
          <p:nvPr/>
        </p:nvSpPr>
        <p:spPr>
          <a:xfrm flipH="false" flipV="false" rot="3107383">
            <a:off x="-1604021" y="-2270324"/>
            <a:ext cx="4241006" cy="4459949"/>
          </a:xfrm>
          <a:custGeom>
            <a:avLst/>
            <a:gdLst/>
            <a:ahLst/>
            <a:cxnLst/>
            <a:rect r="r" b="b" t="t" l="l"/>
            <a:pathLst>
              <a:path h="4459949" w="4241006">
                <a:moveTo>
                  <a:pt x="0" y="0"/>
                </a:moveTo>
                <a:lnTo>
                  <a:pt x="4241005" y="0"/>
                </a:lnTo>
                <a:lnTo>
                  <a:pt x="4241005" y="4459948"/>
                </a:lnTo>
                <a:lnTo>
                  <a:pt x="0" y="4459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5" id="15"/>
          <p:cNvSpPr/>
          <p:nvPr/>
        </p:nvSpPr>
        <p:spPr>
          <a:xfrm flipH="false" flipV="false" rot="-584346">
            <a:off x="14375501" y="-185488"/>
            <a:ext cx="4149033" cy="3779392"/>
          </a:xfrm>
          <a:custGeom>
            <a:avLst/>
            <a:gdLst/>
            <a:ahLst/>
            <a:cxnLst/>
            <a:rect r="r" b="b" t="t" l="l"/>
            <a:pathLst>
              <a:path h="3779392" w="4149033">
                <a:moveTo>
                  <a:pt x="0" y="0"/>
                </a:moveTo>
                <a:lnTo>
                  <a:pt x="4149033" y="0"/>
                </a:lnTo>
                <a:lnTo>
                  <a:pt x="4149033" y="3779391"/>
                </a:lnTo>
                <a:lnTo>
                  <a:pt x="0" y="377939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1302171">
            <a:off x="5033140" y="-1475183"/>
            <a:ext cx="3696358" cy="2950366"/>
          </a:xfrm>
          <a:custGeom>
            <a:avLst/>
            <a:gdLst/>
            <a:ahLst/>
            <a:cxnLst/>
            <a:rect r="r" b="b" t="t" l="l"/>
            <a:pathLst>
              <a:path h="2950366" w="3696358">
                <a:moveTo>
                  <a:pt x="0" y="0"/>
                </a:moveTo>
                <a:lnTo>
                  <a:pt x="3696357" y="0"/>
                </a:lnTo>
                <a:lnTo>
                  <a:pt x="3696357" y="2950366"/>
                </a:lnTo>
                <a:lnTo>
                  <a:pt x="0" y="2950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false" flipV="false" rot="0">
            <a:off x="1825707" y="2544795"/>
            <a:ext cx="6695646" cy="730434"/>
          </a:xfrm>
          <a:custGeom>
            <a:avLst/>
            <a:gdLst/>
            <a:ahLst/>
            <a:cxnLst/>
            <a:rect r="r" b="b" t="t" l="l"/>
            <a:pathLst>
              <a:path h="730434" w="6695646">
                <a:moveTo>
                  <a:pt x="0" y="0"/>
                </a:moveTo>
                <a:lnTo>
                  <a:pt x="6695646" y="0"/>
                </a:lnTo>
                <a:lnTo>
                  <a:pt x="6695646" y="730434"/>
                </a:lnTo>
                <a:lnTo>
                  <a:pt x="0" y="73043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8" id="18"/>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9" id="19"/>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grpSp>
        <p:nvGrpSpPr>
          <p:cNvPr name="Group 20" id="20"/>
          <p:cNvGrpSpPr/>
          <p:nvPr/>
        </p:nvGrpSpPr>
        <p:grpSpPr>
          <a:xfrm rot="0">
            <a:off x="1016112" y="3477130"/>
            <a:ext cx="8314835" cy="6244526"/>
            <a:chOff x="0" y="0"/>
            <a:chExt cx="2189915" cy="1644649"/>
          </a:xfrm>
        </p:grpSpPr>
        <p:sp>
          <p:nvSpPr>
            <p:cNvPr name="Freeform 21" id="21"/>
            <p:cNvSpPr/>
            <p:nvPr/>
          </p:nvSpPr>
          <p:spPr>
            <a:xfrm flipH="false" flipV="false" rot="0">
              <a:off x="0" y="0"/>
              <a:ext cx="2189915" cy="1644649"/>
            </a:xfrm>
            <a:custGeom>
              <a:avLst/>
              <a:gdLst/>
              <a:ahLst/>
              <a:cxnLst/>
              <a:rect r="r" b="b" t="t" l="l"/>
              <a:pathLst>
                <a:path h="1644649" w="2189915">
                  <a:moveTo>
                    <a:pt x="29795" y="0"/>
                  </a:moveTo>
                  <a:lnTo>
                    <a:pt x="2160120" y="0"/>
                  </a:lnTo>
                  <a:cubicBezTo>
                    <a:pt x="2168022" y="0"/>
                    <a:pt x="2175601" y="3139"/>
                    <a:pt x="2181189" y="8727"/>
                  </a:cubicBezTo>
                  <a:cubicBezTo>
                    <a:pt x="2186776" y="14314"/>
                    <a:pt x="2189915" y="21893"/>
                    <a:pt x="2189915" y="29795"/>
                  </a:cubicBezTo>
                  <a:lnTo>
                    <a:pt x="2189915" y="1614854"/>
                  </a:lnTo>
                  <a:cubicBezTo>
                    <a:pt x="2189915" y="1622756"/>
                    <a:pt x="2186776" y="1630334"/>
                    <a:pt x="2181189" y="1635922"/>
                  </a:cubicBezTo>
                  <a:cubicBezTo>
                    <a:pt x="2175601" y="1641510"/>
                    <a:pt x="2168022" y="1644649"/>
                    <a:pt x="2160120" y="1644649"/>
                  </a:cubicBezTo>
                  <a:lnTo>
                    <a:pt x="29795" y="1644649"/>
                  </a:lnTo>
                  <a:cubicBezTo>
                    <a:pt x="21893" y="1644649"/>
                    <a:pt x="14314" y="1641510"/>
                    <a:pt x="8727" y="1635922"/>
                  </a:cubicBezTo>
                  <a:cubicBezTo>
                    <a:pt x="3139" y="1630334"/>
                    <a:pt x="0" y="1622756"/>
                    <a:pt x="0" y="1614854"/>
                  </a:cubicBezTo>
                  <a:lnTo>
                    <a:pt x="0" y="29795"/>
                  </a:lnTo>
                  <a:cubicBezTo>
                    <a:pt x="0" y="21893"/>
                    <a:pt x="3139" y="14314"/>
                    <a:pt x="8727" y="8727"/>
                  </a:cubicBezTo>
                  <a:cubicBezTo>
                    <a:pt x="14314" y="3139"/>
                    <a:pt x="21893" y="0"/>
                    <a:pt x="29795" y="0"/>
                  </a:cubicBezTo>
                  <a:close/>
                </a:path>
              </a:pathLst>
            </a:custGeom>
            <a:solidFill>
              <a:srgbClr val="FFFFFF"/>
            </a:solidFill>
            <a:ln w="47625" cap="rnd">
              <a:solidFill>
                <a:srgbClr val="998178"/>
              </a:solidFill>
              <a:prstDash val="solid"/>
              <a:round/>
            </a:ln>
          </p:spPr>
        </p:sp>
        <p:sp>
          <p:nvSpPr>
            <p:cNvPr name="TextBox 22" id="22"/>
            <p:cNvSpPr txBox="true"/>
            <p:nvPr/>
          </p:nvSpPr>
          <p:spPr>
            <a:xfrm>
              <a:off x="0" y="-38100"/>
              <a:ext cx="2189915" cy="1682749"/>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9851189" y="-1585425"/>
            <a:ext cx="8143755" cy="10437477"/>
            <a:chOff x="0" y="0"/>
            <a:chExt cx="2144857" cy="2748965"/>
          </a:xfrm>
        </p:grpSpPr>
        <p:sp>
          <p:nvSpPr>
            <p:cNvPr name="Freeform 24" id="24"/>
            <p:cNvSpPr/>
            <p:nvPr/>
          </p:nvSpPr>
          <p:spPr>
            <a:xfrm flipH="false" flipV="false" rot="0">
              <a:off x="0" y="0"/>
              <a:ext cx="2144857" cy="2748965"/>
            </a:xfrm>
            <a:custGeom>
              <a:avLst/>
              <a:gdLst/>
              <a:ahLst/>
              <a:cxnLst/>
              <a:rect r="r" b="b" t="t" l="l"/>
              <a:pathLst>
                <a:path h="2748965" w="2144857">
                  <a:moveTo>
                    <a:pt x="30421" y="0"/>
                  </a:moveTo>
                  <a:lnTo>
                    <a:pt x="2114436" y="0"/>
                  </a:lnTo>
                  <a:cubicBezTo>
                    <a:pt x="2122504" y="0"/>
                    <a:pt x="2130242" y="3205"/>
                    <a:pt x="2135947" y="8910"/>
                  </a:cubicBezTo>
                  <a:cubicBezTo>
                    <a:pt x="2141652" y="14615"/>
                    <a:pt x="2144857" y="22353"/>
                    <a:pt x="2144857" y="30421"/>
                  </a:cubicBezTo>
                  <a:lnTo>
                    <a:pt x="2144857" y="2718544"/>
                  </a:lnTo>
                  <a:cubicBezTo>
                    <a:pt x="2144857" y="2726612"/>
                    <a:pt x="2141652" y="2734350"/>
                    <a:pt x="2135947" y="2740055"/>
                  </a:cubicBezTo>
                  <a:cubicBezTo>
                    <a:pt x="2130242" y="2745760"/>
                    <a:pt x="2122504" y="2748965"/>
                    <a:pt x="2114436" y="2748965"/>
                  </a:cubicBezTo>
                  <a:lnTo>
                    <a:pt x="30421" y="2748965"/>
                  </a:lnTo>
                  <a:cubicBezTo>
                    <a:pt x="22353" y="2748965"/>
                    <a:pt x="14615" y="2745760"/>
                    <a:pt x="8910" y="2740055"/>
                  </a:cubicBezTo>
                  <a:cubicBezTo>
                    <a:pt x="3205" y="2734350"/>
                    <a:pt x="0" y="2726612"/>
                    <a:pt x="0" y="2718544"/>
                  </a:cubicBezTo>
                  <a:lnTo>
                    <a:pt x="0" y="30421"/>
                  </a:lnTo>
                  <a:cubicBezTo>
                    <a:pt x="0" y="22353"/>
                    <a:pt x="3205" y="14615"/>
                    <a:pt x="8910" y="8910"/>
                  </a:cubicBezTo>
                  <a:cubicBezTo>
                    <a:pt x="14615" y="3205"/>
                    <a:pt x="22353" y="0"/>
                    <a:pt x="30421" y="0"/>
                  </a:cubicBezTo>
                  <a:close/>
                </a:path>
              </a:pathLst>
            </a:custGeom>
            <a:solidFill>
              <a:srgbClr val="FFFFFF"/>
            </a:solidFill>
            <a:ln w="47625" cap="rnd">
              <a:solidFill>
                <a:srgbClr val="998178"/>
              </a:solidFill>
              <a:prstDash val="solid"/>
              <a:round/>
            </a:ln>
          </p:spPr>
        </p:sp>
        <p:sp>
          <p:nvSpPr>
            <p:cNvPr name="TextBox 25" id="25"/>
            <p:cNvSpPr txBox="true"/>
            <p:nvPr/>
          </p:nvSpPr>
          <p:spPr>
            <a:xfrm>
              <a:off x="0" y="-38100"/>
              <a:ext cx="2144857" cy="2787065"/>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1591738" y="3917599"/>
            <a:ext cx="7108904" cy="5340701"/>
            <a:chOff x="0" y="0"/>
            <a:chExt cx="1872304" cy="1406604"/>
          </a:xfrm>
        </p:grpSpPr>
        <p:sp>
          <p:nvSpPr>
            <p:cNvPr name="Freeform 27" id="27"/>
            <p:cNvSpPr/>
            <p:nvPr/>
          </p:nvSpPr>
          <p:spPr>
            <a:xfrm flipH="false" flipV="false" rot="0">
              <a:off x="0" y="0"/>
              <a:ext cx="1872304" cy="1406604"/>
            </a:xfrm>
            <a:custGeom>
              <a:avLst/>
              <a:gdLst/>
              <a:ahLst/>
              <a:cxnLst/>
              <a:rect r="r" b="b" t="t" l="l"/>
              <a:pathLst>
                <a:path h="1406604" w="1872304">
                  <a:moveTo>
                    <a:pt x="28315" y="0"/>
                  </a:moveTo>
                  <a:lnTo>
                    <a:pt x="1843989" y="0"/>
                  </a:lnTo>
                  <a:cubicBezTo>
                    <a:pt x="1859627" y="0"/>
                    <a:pt x="1872304" y="12677"/>
                    <a:pt x="1872304" y="28315"/>
                  </a:cubicBezTo>
                  <a:lnTo>
                    <a:pt x="1872304" y="1378289"/>
                  </a:lnTo>
                  <a:cubicBezTo>
                    <a:pt x="1872304" y="1393927"/>
                    <a:pt x="1859627" y="1406604"/>
                    <a:pt x="1843989" y="1406604"/>
                  </a:cubicBezTo>
                  <a:lnTo>
                    <a:pt x="28315" y="1406604"/>
                  </a:lnTo>
                  <a:cubicBezTo>
                    <a:pt x="12677" y="1406604"/>
                    <a:pt x="0" y="1393927"/>
                    <a:pt x="0" y="1378289"/>
                  </a:cubicBezTo>
                  <a:lnTo>
                    <a:pt x="0" y="28315"/>
                  </a:lnTo>
                  <a:cubicBezTo>
                    <a:pt x="0" y="12677"/>
                    <a:pt x="12677" y="0"/>
                    <a:pt x="28315" y="0"/>
                  </a:cubicBezTo>
                  <a:close/>
                </a:path>
              </a:pathLst>
            </a:custGeom>
            <a:solidFill>
              <a:srgbClr val="FFFFFF"/>
            </a:solidFill>
            <a:ln w="38100" cap="rnd">
              <a:solidFill>
                <a:srgbClr val="BF9585"/>
              </a:solidFill>
              <a:prstDash val="lgDash"/>
              <a:round/>
            </a:ln>
          </p:spPr>
        </p:sp>
        <p:sp>
          <p:nvSpPr>
            <p:cNvPr name="TextBox 28" id="28"/>
            <p:cNvSpPr txBox="true"/>
            <p:nvPr/>
          </p:nvSpPr>
          <p:spPr>
            <a:xfrm>
              <a:off x="0" y="-38100"/>
              <a:ext cx="1872304" cy="144470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9" id="29"/>
          <p:cNvGrpSpPr/>
          <p:nvPr/>
        </p:nvGrpSpPr>
        <p:grpSpPr>
          <a:xfrm rot="0">
            <a:off x="10169510" y="2910012"/>
            <a:ext cx="7462867" cy="3913408"/>
            <a:chOff x="0" y="0"/>
            <a:chExt cx="1965529" cy="1030692"/>
          </a:xfrm>
        </p:grpSpPr>
        <p:sp>
          <p:nvSpPr>
            <p:cNvPr name="Freeform 30" id="30"/>
            <p:cNvSpPr/>
            <p:nvPr/>
          </p:nvSpPr>
          <p:spPr>
            <a:xfrm flipH="false" flipV="false" rot="0">
              <a:off x="0" y="0"/>
              <a:ext cx="1965529" cy="1030692"/>
            </a:xfrm>
            <a:custGeom>
              <a:avLst/>
              <a:gdLst/>
              <a:ahLst/>
              <a:cxnLst/>
              <a:rect r="r" b="b" t="t" l="l"/>
              <a:pathLst>
                <a:path h="1030692" w="1965529">
                  <a:moveTo>
                    <a:pt x="26972" y="0"/>
                  </a:moveTo>
                  <a:lnTo>
                    <a:pt x="1938557" y="0"/>
                  </a:lnTo>
                  <a:cubicBezTo>
                    <a:pt x="1945710" y="0"/>
                    <a:pt x="1952571" y="2842"/>
                    <a:pt x="1957629" y="7900"/>
                  </a:cubicBezTo>
                  <a:cubicBezTo>
                    <a:pt x="1962687" y="12958"/>
                    <a:pt x="1965529" y="19819"/>
                    <a:pt x="1965529" y="26972"/>
                  </a:cubicBezTo>
                  <a:lnTo>
                    <a:pt x="1965529" y="1003720"/>
                  </a:lnTo>
                  <a:cubicBezTo>
                    <a:pt x="1965529" y="1018616"/>
                    <a:pt x="1953453" y="1030692"/>
                    <a:pt x="1938557" y="1030692"/>
                  </a:cubicBezTo>
                  <a:lnTo>
                    <a:pt x="26972" y="1030692"/>
                  </a:lnTo>
                  <a:cubicBezTo>
                    <a:pt x="19819" y="1030692"/>
                    <a:pt x="12958" y="1027850"/>
                    <a:pt x="7900" y="1022792"/>
                  </a:cubicBezTo>
                  <a:cubicBezTo>
                    <a:pt x="2842" y="1017734"/>
                    <a:pt x="0" y="1010873"/>
                    <a:pt x="0" y="1003720"/>
                  </a:cubicBezTo>
                  <a:lnTo>
                    <a:pt x="0" y="26972"/>
                  </a:lnTo>
                  <a:cubicBezTo>
                    <a:pt x="0" y="12076"/>
                    <a:pt x="12076" y="0"/>
                    <a:pt x="26972" y="0"/>
                  </a:cubicBezTo>
                  <a:close/>
                </a:path>
              </a:pathLst>
            </a:custGeom>
            <a:solidFill>
              <a:srgbClr val="FFFFFF"/>
            </a:solidFill>
            <a:ln w="38100" cap="rnd">
              <a:solidFill>
                <a:srgbClr val="BF9585"/>
              </a:solidFill>
              <a:prstDash val="lgDash"/>
              <a:round/>
            </a:ln>
          </p:spPr>
        </p:sp>
        <p:sp>
          <p:nvSpPr>
            <p:cNvPr name="TextBox 31" id="31"/>
            <p:cNvSpPr txBox="true"/>
            <p:nvPr/>
          </p:nvSpPr>
          <p:spPr>
            <a:xfrm>
              <a:off x="0" y="-38100"/>
              <a:ext cx="1965529" cy="106879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2" id="32"/>
          <p:cNvGrpSpPr/>
          <p:nvPr/>
        </p:nvGrpSpPr>
        <p:grpSpPr>
          <a:xfrm rot="0">
            <a:off x="11019806" y="1155834"/>
            <a:ext cx="5696297" cy="1373198"/>
            <a:chOff x="0" y="0"/>
            <a:chExt cx="1858392" cy="448000"/>
          </a:xfrm>
        </p:grpSpPr>
        <p:sp>
          <p:nvSpPr>
            <p:cNvPr name="Freeform 33" id="33"/>
            <p:cNvSpPr/>
            <p:nvPr/>
          </p:nvSpPr>
          <p:spPr>
            <a:xfrm flipH="false" flipV="false" rot="0">
              <a:off x="0" y="0"/>
              <a:ext cx="1858392" cy="448000"/>
            </a:xfrm>
            <a:custGeom>
              <a:avLst/>
              <a:gdLst/>
              <a:ahLst/>
              <a:cxnLst/>
              <a:rect r="r" b="b" t="t" l="l"/>
              <a:pathLst>
                <a:path h="448000" w="1858392">
                  <a:moveTo>
                    <a:pt x="28541" y="0"/>
                  </a:moveTo>
                  <a:lnTo>
                    <a:pt x="1829850" y="0"/>
                  </a:lnTo>
                  <a:cubicBezTo>
                    <a:pt x="1837420" y="0"/>
                    <a:pt x="1844680" y="3007"/>
                    <a:pt x="1850032" y="8360"/>
                  </a:cubicBezTo>
                  <a:cubicBezTo>
                    <a:pt x="1855385" y="13712"/>
                    <a:pt x="1858392" y="20972"/>
                    <a:pt x="1858392" y="28541"/>
                  </a:cubicBezTo>
                  <a:lnTo>
                    <a:pt x="1858392" y="419458"/>
                  </a:lnTo>
                  <a:cubicBezTo>
                    <a:pt x="1858392" y="435221"/>
                    <a:pt x="1845613" y="448000"/>
                    <a:pt x="1829850" y="448000"/>
                  </a:cubicBezTo>
                  <a:lnTo>
                    <a:pt x="28541" y="448000"/>
                  </a:lnTo>
                  <a:cubicBezTo>
                    <a:pt x="20972" y="448000"/>
                    <a:pt x="13712" y="444993"/>
                    <a:pt x="8360" y="439640"/>
                  </a:cubicBezTo>
                  <a:cubicBezTo>
                    <a:pt x="3007" y="434288"/>
                    <a:pt x="0" y="427028"/>
                    <a:pt x="0" y="419458"/>
                  </a:cubicBezTo>
                  <a:lnTo>
                    <a:pt x="0" y="28541"/>
                  </a:lnTo>
                  <a:cubicBezTo>
                    <a:pt x="0" y="20972"/>
                    <a:pt x="3007" y="13712"/>
                    <a:pt x="8360" y="8360"/>
                  </a:cubicBezTo>
                  <a:cubicBezTo>
                    <a:pt x="13712" y="3007"/>
                    <a:pt x="20972" y="0"/>
                    <a:pt x="28541" y="0"/>
                  </a:cubicBezTo>
                  <a:close/>
                </a:path>
              </a:pathLst>
            </a:custGeom>
            <a:solidFill>
              <a:srgbClr val="FFFFFF"/>
            </a:solidFill>
            <a:ln w="38100" cap="rnd">
              <a:solidFill>
                <a:srgbClr val="BF9585"/>
              </a:solidFill>
              <a:prstDash val="dash"/>
              <a:round/>
            </a:ln>
          </p:spPr>
        </p:sp>
        <p:sp>
          <p:nvSpPr>
            <p:cNvPr name="TextBox 34" id="34"/>
            <p:cNvSpPr txBox="true"/>
            <p:nvPr/>
          </p:nvSpPr>
          <p:spPr>
            <a:xfrm>
              <a:off x="0" y="-38100"/>
              <a:ext cx="1858392" cy="4861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35" id="35"/>
          <p:cNvSpPr/>
          <p:nvPr/>
        </p:nvSpPr>
        <p:spPr>
          <a:xfrm flipH="false" flipV="false" rot="0">
            <a:off x="10368615" y="3071834"/>
            <a:ext cx="7108904" cy="3588577"/>
          </a:xfrm>
          <a:custGeom>
            <a:avLst/>
            <a:gdLst/>
            <a:ahLst/>
            <a:cxnLst/>
            <a:rect r="r" b="b" t="t" l="l"/>
            <a:pathLst>
              <a:path h="3588577" w="7108904">
                <a:moveTo>
                  <a:pt x="0" y="0"/>
                </a:moveTo>
                <a:lnTo>
                  <a:pt x="7108904" y="0"/>
                </a:lnTo>
                <a:lnTo>
                  <a:pt x="7108904" y="3588576"/>
                </a:lnTo>
                <a:lnTo>
                  <a:pt x="0" y="3588576"/>
                </a:lnTo>
                <a:lnTo>
                  <a:pt x="0" y="0"/>
                </a:lnTo>
                <a:close/>
              </a:path>
            </a:pathLst>
          </a:custGeom>
          <a:blipFill>
            <a:blip r:embed="rId18"/>
            <a:stretch>
              <a:fillRect l="0" t="-1016" r="0" b="-4223"/>
            </a:stretch>
          </a:blipFill>
        </p:spPr>
      </p:sp>
      <p:sp>
        <p:nvSpPr>
          <p:cNvPr name="TextBox 36" id="36"/>
          <p:cNvSpPr txBox="true"/>
          <p:nvPr/>
        </p:nvSpPr>
        <p:spPr>
          <a:xfrm rot="0">
            <a:off x="1028700" y="1435482"/>
            <a:ext cx="8670089" cy="1093550"/>
          </a:xfrm>
          <a:prstGeom prst="rect">
            <a:avLst/>
          </a:prstGeom>
        </p:spPr>
        <p:txBody>
          <a:bodyPr anchor="t" rtlCol="false" tIns="0" lIns="0" bIns="0" rIns="0">
            <a:spAutoFit/>
          </a:bodyPr>
          <a:lstStyle/>
          <a:p>
            <a:pPr algn="ctr">
              <a:lnSpc>
                <a:spcPts val="8058"/>
              </a:lnSpc>
            </a:pPr>
            <a:r>
              <a:rPr lang="en-US" sz="8572" spc="-428">
                <a:solidFill>
                  <a:srgbClr val="FFFFFF"/>
                </a:solidFill>
                <a:latin typeface="210 클레이토이"/>
                <a:ea typeface="210 클레이토이"/>
                <a:cs typeface="210 클레이토이"/>
                <a:sym typeface="210 클레이토이"/>
              </a:rPr>
              <a:t>IDEATION</a:t>
            </a:r>
          </a:p>
        </p:txBody>
      </p:sp>
      <p:sp>
        <p:nvSpPr>
          <p:cNvPr name="TextBox 37" id="37"/>
          <p:cNvSpPr txBox="true"/>
          <p:nvPr/>
        </p:nvSpPr>
        <p:spPr>
          <a:xfrm rot="0">
            <a:off x="1880185" y="4070127"/>
            <a:ext cx="6176117" cy="5914650"/>
          </a:xfrm>
          <a:prstGeom prst="rect">
            <a:avLst/>
          </a:prstGeom>
        </p:spPr>
        <p:txBody>
          <a:bodyPr anchor="t" rtlCol="false" tIns="0" lIns="0" bIns="0" rIns="0">
            <a:spAutoFit/>
          </a:bodyPr>
          <a:lstStyle/>
          <a:p>
            <a:pPr algn="l" marL="0" indent="0" lvl="0">
              <a:lnSpc>
                <a:spcPts val="2352"/>
              </a:lnSpc>
              <a:spcBef>
                <a:spcPct val="0"/>
              </a:spcBef>
            </a:pPr>
            <a:r>
              <a:rPr lang="en-US" b="true" sz="1729" spc="15">
                <a:solidFill>
                  <a:srgbClr val="7B6861"/>
                </a:solidFill>
                <a:latin typeface="Quicksand Medium"/>
                <a:ea typeface="Quicksand Medium"/>
                <a:cs typeface="Quicksand Medium"/>
                <a:sym typeface="Quicksand Medium"/>
              </a:rPr>
              <a:t>B</a:t>
            </a:r>
            <a:r>
              <a:rPr lang="en-US" b="true" sz="1729" spc="15" strike="noStrike" u="none">
                <a:solidFill>
                  <a:srgbClr val="7B6861"/>
                </a:solidFill>
                <a:latin typeface="Quicksand Medium"/>
                <a:ea typeface="Quicksand Medium"/>
                <a:cs typeface="Quicksand Medium"/>
                <a:sym typeface="Quicksand Medium"/>
              </a:rPr>
              <a:t>r</a:t>
            </a:r>
            <a:r>
              <a:rPr lang="en-US" b="true" sz="1729" spc="15" strike="noStrike" u="none">
                <a:solidFill>
                  <a:srgbClr val="7B6861"/>
                </a:solidFill>
                <a:latin typeface="Quicksand Medium"/>
                <a:ea typeface="Quicksand Medium"/>
                <a:cs typeface="Quicksand Medium"/>
                <a:sym typeface="Quicksand Medium"/>
              </a:rPr>
              <a:t>a</a:t>
            </a:r>
            <a:r>
              <a:rPr lang="en-US" b="true" sz="1729" spc="15" strike="noStrike" u="none">
                <a:solidFill>
                  <a:srgbClr val="7B6861"/>
                </a:solidFill>
                <a:latin typeface="Quicksand Medium"/>
                <a:ea typeface="Quicksand Medium"/>
                <a:cs typeface="Quicksand Medium"/>
                <a:sym typeface="Quicksand Medium"/>
              </a:rPr>
              <a:t>i</a:t>
            </a:r>
            <a:r>
              <a:rPr lang="en-US" b="true" sz="1729" spc="15" strike="noStrike" u="none">
                <a:solidFill>
                  <a:srgbClr val="7B6861"/>
                </a:solidFill>
                <a:latin typeface="Quicksand Medium"/>
                <a:ea typeface="Quicksand Medium"/>
                <a:cs typeface="Quicksand Medium"/>
                <a:sym typeface="Quicksand Medium"/>
              </a:rPr>
              <a:t>n</a:t>
            </a:r>
            <a:r>
              <a:rPr lang="en-US" b="true" sz="1729" spc="15" strike="noStrike" u="none">
                <a:solidFill>
                  <a:srgbClr val="7B6861"/>
                </a:solidFill>
                <a:latin typeface="Quicksand Medium"/>
                <a:ea typeface="Quicksand Medium"/>
                <a:cs typeface="Quicksand Medium"/>
                <a:sym typeface="Quicksand Medium"/>
              </a:rPr>
              <a:t>s</a:t>
            </a:r>
            <a:r>
              <a:rPr lang="en-US" b="true" sz="1729" spc="15" strike="noStrike" u="none">
                <a:solidFill>
                  <a:srgbClr val="7B6861"/>
                </a:solidFill>
                <a:latin typeface="Quicksand Medium"/>
                <a:ea typeface="Quicksand Medium"/>
                <a:cs typeface="Quicksand Medium"/>
                <a:sym typeface="Quicksand Medium"/>
              </a:rPr>
              <a:t>t</a:t>
            </a:r>
            <a:r>
              <a:rPr lang="en-US" b="true" sz="1729" spc="15" strike="noStrike" u="none">
                <a:solidFill>
                  <a:srgbClr val="7B6861"/>
                </a:solidFill>
                <a:latin typeface="Quicksand Medium"/>
                <a:ea typeface="Quicksand Medium"/>
                <a:cs typeface="Quicksand Medium"/>
                <a:sym typeface="Quicksand Medium"/>
              </a:rPr>
              <a:t>or</a:t>
            </a:r>
            <a:r>
              <a:rPr lang="en-US" b="true" sz="1729" spc="15" strike="noStrike" u="none">
                <a:solidFill>
                  <a:srgbClr val="7B6861"/>
                </a:solidFill>
                <a:latin typeface="Quicksand Medium"/>
                <a:ea typeface="Quicksand Medium"/>
                <a:cs typeface="Quicksand Medium"/>
                <a:sym typeface="Quicksand Medium"/>
              </a:rPr>
              <a:t>m</a:t>
            </a:r>
            <a:r>
              <a:rPr lang="en-US" b="true" sz="1729" spc="15" strike="noStrike" u="none">
                <a:solidFill>
                  <a:srgbClr val="7B6861"/>
                </a:solidFill>
                <a:latin typeface="Quicksand Medium"/>
                <a:ea typeface="Quicksand Medium"/>
                <a:cs typeface="Quicksand Medium"/>
                <a:sym typeface="Quicksand Medium"/>
              </a:rPr>
              <a:t>i</a:t>
            </a:r>
            <a:r>
              <a:rPr lang="en-US" b="true" sz="1729" spc="15" strike="noStrike" u="none">
                <a:solidFill>
                  <a:srgbClr val="7B6861"/>
                </a:solidFill>
                <a:latin typeface="Quicksand Medium"/>
                <a:ea typeface="Quicksand Medium"/>
                <a:cs typeface="Quicksand Medium"/>
                <a:sym typeface="Quicksand Medium"/>
              </a:rPr>
              <a:t>ng</a:t>
            </a:r>
            <a:r>
              <a:rPr lang="en-US" b="true" sz="1729" spc="15" strike="noStrike" u="none">
                <a:solidFill>
                  <a:srgbClr val="7B6861"/>
                </a:solidFill>
                <a:latin typeface="Quicksand Medium"/>
                <a:ea typeface="Quicksand Medium"/>
                <a:cs typeface="Quicksand Medium"/>
                <a:sym typeface="Quicksand Medium"/>
              </a:rPr>
              <a:t> </a:t>
            </a:r>
            <a:r>
              <a:rPr lang="en-US" b="true" sz="1729" spc="15" strike="noStrike" u="none">
                <a:solidFill>
                  <a:srgbClr val="7B6861"/>
                </a:solidFill>
                <a:latin typeface="Quicksand Medium"/>
                <a:ea typeface="Quicksand Medium"/>
                <a:cs typeface="Quicksand Medium"/>
                <a:sym typeface="Quicksand Medium"/>
              </a:rPr>
              <a:t>Ph</a:t>
            </a:r>
            <a:r>
              <a:rPr lang="en-US" b="true" sz="1729" spc="15" strike="noStrike" u="none">
                <a:solidFill>
                  <a:srgbClr val="7B6861"/>
                </a:solidFill>
                <a:latin typeface="Quicksand Medium"/>
                <a:ea typeface="Quicksand Medium"/>
                <a:cs typeface="Quicksand Medium"/>
                <a:sym typeface="Quicksand Medium"/>
              </a:rPr>
              <a:t>a</a:t>
            </a:r>
            <a:r>
              <a:rPr lang="en-US" b="true" sz="1729" spc="15" strike="noStrike" u="none">
                <a:solidFill>
                  <a:srgbClr val="7B6861"/>
                </a:solidFill>
                <a:latin typeface="Quicksand Medium"/>
                <a:ea typeface="Quicksand Medium"/>
                <a:cs typeface="Quicksand Medium"/>
                <a:sym typeface="Quicksand Medium"/>
              </a:rPr>
              <a:t>s</a:t>
            </a:r>
            <a:r>
              <a:rPr lang="en-US" b="true" sz="1729" spc="15" strike="noStrike" u="none">
                <a:solidFill>
                  <a:srgbClr val="7B6861"/>
                </a:solidFill>
                <a:latin typeface="Quicksand Medium"/>
                <a:ea typeface="Quicksand Medium"/>
                <a:cs typeface="Quicksand Medium"/>
                <a:sym typeface="Quicksand Medium"/>
              </a:rPr>
              <a:t>e</a:t>
            </a:r>
            <a:r>
              <a:rPr lang="en-US" b="true" sz="1729" spc="15" strike="noStrike" u="none">
                <a:solidFill>
                  <a:srgbClr val="7B6861"/>
                </a:solidFill>
                <a:latin typeface="Quicksand Medium"/>
                <a:ea typeface="Quicksand Medium"/>
                <a:cs typeface="Quicksand Medium"/>
                <a:sym typeface="Quicksand Medium"/>
              </a:rPr>
              <a:t>:</a:t>
            </a:r>
            <a:r>
              <a:rPr lang="en-US" b="true" sz="1729" spc="15" strike="noStrike" u="none">
                <a:solidFill>
                  <a:srgbClr val="7B6861"/>
                </a:solidFill>
                <a:latin typeface="Quicksand Medium"/>
                <a:ea typeface="Quicksand Medium"/>
                <a:cs typeface="Quicksand Medium"/>
                <a:sym typeface="Quicksand Medium"/>
              </a:rPr>
              <a:t> </a:t>
            </a:r>
            <a:r>
              <a:rPr lang="en-US" b="true" sz="1729" spc="15" strike="noStrike" u="none">
                <a:solidFill>
                  <a:srgbClr val="7B6861"/>
                </a:solidFill>
                <a:latin typeface="Quicksand Medium"/>
                <a:ea typeface="Quicksand Medium"/>
                <a:cs typeface="Quicksand Medium"/>
                <a:sym typeface="Quicksand Medium"/>
              </a:rPr>
              <a:t>Th</a:t>
            </a:r>
            <a:r>
              <a:rPr lang="en-US" b="true" sz="1729" spc="15" strike="noStrike" u="none">
                <a:solidFill>
                  <a:srgbClr val="7B6861"/>
                </a:solidFill>
                <a:latin typeface="Quicksand Medium"/>
                <a:ea typeface="Quicksand Medium"/>
                <a:cs typeface="Quicksand Medium"/>
                <a:sym typeface="Quicksand Medium"/>
              </a:rPr>
              <a:t>e</a:t>
            </a:r>
            <a:r>
              <a:rPr lang="en-US" b="true" sz="1729" spc="15" strike="noStrike" u="none">
                <a:solidFill>
                  <a:srgbClr val="7B6861"/>
                </a:solidFill>
                <a:latin typeface="Quicksand Medium"/>
                <a:ea typeface="Quicksand Medium"/>
                <a:cs typeface="Quicksand Medium"/>
                <a:sym typeface="Quicksand Medium"/>
              </a:rPr>
              <a:t> </a:t>
            </a:r>
            <a:r>
              <a:rPr lang="en-US" b="true" sz="1729" spc="15" strike="noStrike" u="none">
                <a:solidFill>
                  <a:srgbClr val="7B6861"/>
                </a:solidFill>
                <a:latin typeface="Quicksand Medium"/>
                <a:ea typeface="Quicksand Medium"/>
                <a:cs typeface="Quicksand Medium"/>
                <a:sym typeface="Quicksand Medium"/>
              </a:rPr>
              <a:t>te</a:t>
            </a:r>
            <a:r>
              <a:rPr lang="en-US" b="true" sz="1729" spc="15" strike="noStrike" u="none">
                <a:solidFill>
                  <a:srgbClr val="7B6861"/>
                </a:solidFill>
                <a:latin typeface="Quicksand Medium"/>
                <a:ea typeface="Quicksand Medium"/>
                <a:cs typeface="Quicksand Medium"/>
                <a:sym typeface="Quicksand Medium"/>
              </a:rPr>
              <a:t>am s</a:t>
            </a:r>
            <a:r>
              <a:rPr lang="en-US" b="true" sz="1729" spc="15" strike="noStrike" u="none">
                <a:solidFill>
                  <a:srgbClr val="7B6861"/>
                </a:solidFill>
                <a:latin typeface="Quicksand Medium"/>
                <a:ea typeface="Quicksand Medium"/>
                <a:cs typeface="Quicksand Medium"/>
                <a:sym typeface="Quicksand Medium"/>
              </a:rPr>
              <a:t>t</a:t>
            </a:r>
            <a:r>
              <a:rPr lang="en-US" b="true" sz="1729" spc="15" strike="noStrike" u="none">
                <a:solidFill>
                  <a:srgbClr val="7B6861"/>
                </a:solidFill>
                <a:latin typeface="Quicksand Medium"/>
                <a:ea typeface="Quicksand Medium"/>
                <a:cs typeface="Quicksand Medium"/>
                <a:sym typeface="Quicksand Medium"/>
              </a:rPr>
              <a:t>a</a:t>
            </a:r>
            <a:r>
              <a:rPr lang="en-US" b="true" sz="1729" spc="15" strike="noStrike" u="none">
                <a:solidFill>
                  <a:srgbClr val="7B6861"/>
                </a:solidFill>
                <a:latin typeface="Quicksand Medium"/>
                <a:ea typeface="Quicksand Medium"/>
                <a:cs typeface="Quicksand Medium"/>
                <a:sym typeface="Quicksand Medium"/>
              </a:rPr>
              <a:t>r</a:t>
            </a:r>
            <a:r>
              <a:rPr lang="en-US" b="true" sz="1729" spc="15" strike="noStrike" u="none">
                <a:solidFill>
                  <a:srgbClr val="7B6861"/>
                </a:solidFill>
                <a:latin typeface="Quicksand Medium"/>
                <a:ea typeface="Quicksand Medium"/>
                <a:cs typeface="Quicksand Medium"/>
                <a:sym typeface="Quicksand Medium"/>
              </a:rPr>
              <a:t>te</a:t>
            </a:r>
            <a:r>
              <a:rPr lang="en-US" b="true" sz="1729" spc="15" strike="noStrike" u="none">
                <a:solidFill>
                  <a:srgbClr val="7B6861"/>
                </a:solidFill>
                <a:latin typeface="Quicksand Medium"/>
                <a:ea typeface="Quicksand Medium"/>
                <a:cs typeface="Quicksand Medium"/>
                <a:sym typeface="Quicksand Medium"/>
              </a:rPr>
              <a:t>d </a:t>
            </a:r>
            <a:r>
              <a:rPr lang="en-US" b="true" sz="1729" spc="15" strike="noStrike" u="none">
                <a:solidFill>
                  <a:srgbClr val="7B6861"/>
                </a:solidFill>
                <a:latin typeface="Quicksand Medium"/>
                <a:ea typeface="Quicksand Medium"/>
                <a:cs typeface="Quicksand Medium"/>
                <a:sym typeface="Quicksand Medium"/>
              </a:rPr>
              <a:t>w</a:t>
            </a:r>
            <a:r>
              <a:rPr lang="en-US" b="true" sz="1729" spc="15" strike="noStrike" u="none">
                <a:solidFill>
                  <a:srgbClr val="7B6861"/>
                </a:solidFill>
                <a:latin typeface="Quicksand Medium"/>
                <a:ea typeface="Quicksand Medium"/>
                <a:cs typeface="Quicksand Medium"/>
                <a:sym typeface="Quicksand Medium"/>
              </a:rPr>
              <a:t>it</a:t>
            </a:r>
            <a:r>
              <a:rPr lang="en-US" b="true" sz="1729" spc="15" strike="noStrike" u="none">
                <a:solidFill>
                  <a:srgbClr val="7B6861"/>
                </a:solidFill>
                <a:latin typeface="Quicksand Medium"/>
                <a:ea typeface="Quicksand Medium"/>
                <a:cs typeface="Quicksand Medium"/>
                <a:sym typeface="Quicksand Medium"/>
              </a:rPr>
              <a:t>h</a:t>
            </a:r>
            <a:r>
              <a:rPr lang="en-US" b="true" sz="1729" spc="15" strike="noStrike" u="none">
                <a:solidFill>
                  <a:srgbClr val="7B6861"/>
                </a:solidFill>
                <a:latin typeface="Quicksand Medium"/>
                <a:ea typeface="Quicksand Medium"/>
                <a:cs typeface="Quicksand Medium"/>
                <a:sym typeface="Quicksand Medium"/>
              </a:rPr>
              <a:t> a</a:t>
            </a:r>
            <a:r>
              <a:rPr lang="en-US" b="true" sz="1729" spc="15" strike="noStrike" u="none">
                <a:solidFill>
                  <a:srgbClr val="7B6861"/>
                </a:solidFill>
                <a:latin typeface="Quicksand Medium"/>
                <a:ea typeface="Quicksand Medium"/>
                <a:cs typeface="Quicksand Medium"/>
                <a:sym typeface="Quicksand Medium"/>
              </a:rPr>
              <a:t> </a:t>
            </a:r>
            <a:r>
              <a:rPr lang="en-US" b="true" sz="1729" spc="15" strike="noStrike" u="none">
                <a:solidFill>
                  <a:srgbClr val="7B6861"/>
                </a:solidFill>
                <a:latin typeface="Quicksand Medium"/>
                <a:ea typeface="Quicksand Medium"/>
                <a:cs typeface="Quicksand Medium"/>
                <a:sym typeface="Quicksand Medium"/>
              </a:rPr>
              <a:t>br</a:t>
            </a:r>
            <a:r>
              <a:rPr lang="en-US" b="true" sz="1729" spc="15" strike="noStrike" u="none">
                <a:solidFill>
                  <a:srgbClr val="7B6861"/>
                </a:solidFill>
                <a:latin typeface="Quicksand Medium"/>
                <a:ea typeface="Quicksand Medium"/>
                <a:cs typeface="Quicksand Medium"/>
                <a:sym typeface="Quicksand Medium"/>
              </a:rPr>
              <a:t>oa</a:t>
            </a:r>
            <a:r>
              <a:rPr lang="en-US" b="true" sz="1729" spc="15" strike="noStrike" u="none">
                <a:solidFill>
                  <a:srgbClr val="7B6861"/>
                </a:solidFill>
                <a:latin typeface="Quicksand Medium"/>
                <a:ea typeface="Quicksand Medium"/>
                <a:cs typeface="Quicksand Medium"/>
                <a:sym typeface="Quicksand Medium"/>
              </a:rPr>
              <a:t>d</a:t>
            </a:r>
            <a:r>
              <a:rPr lang="en-US" b="true" sz="1729" spc="15" strike="noStrike" u="none">
                <a:solidFill>
                  <a:srgbClr val="7B6861"/>
                </a:solidFill>
                <a:latin typeface="Quicksand Medium"/>
                <a:ea typeface="Quicksand Medium"/>
                <a:cs typeface="Quicksand Medium"/>
                <a:sym typeface="Quicksand Medium"/>
              </a:rPr>
              <a:t> </a:t>
            </a:r>
            <a:r>
              <a:rPr lang="en-US" b="true" sz="1729" spc="15" strike="noStrike" u="none">
                <a:solidFill>
                  <a:srgbClr val="7B6861"/>
                </a:solidFill>
                <a:latin typeface="Quicksand Medium"/>
                <a:ea typeface="Quicksand Medium"/>
                <a:cs typeface="Quicksand Medium"/>
                <a:sym typeface="Quicksand Medium"/>
              </a:rPr>
              <a:t>g</a:t>
            </a:r>
            <a:r>
              <a:rPr lang="en-US" b="true" sz="1729" spc="15" strike="noStrike" u="none">
                <a:solidFill>
                  <a:srgbClr val="7B6861"/>
                </a:solidFill>
                <a:latin typeface="Quicksand Medium"/>
                <a:ea typeface="Quicksand Medium"/>
                <a:cs typeface="Quicksand Medium"/>
                <a:sym typeface="Quicksand Medium"/>
              </a:rPr>
              <a:t>oal: "How ca</a:t>
            </a:r>
            <a:r>
              <a:rPr lang="en-US" b="true" sz="1729" spc="15" strike="noStrike" u="none">
                <a:solidFill>
                  <a:srgbClr val="7B6861"/>
                </a:solidFill>
                <a:latin typeface="Quicksand Medium"/>
                <a:ea typeface="Quicksand Medium"/>
                <a:cs typeface="Quicksand Medium"/>
                <a:sym typeface="Quicksand Medium"/>
              </a:rPr>
              <a:t>n</a:t>
            </a:r>
            <a:r>
              <a:rPr lang="en-US" b="true" sz="1729" spc="15" strike="noStrike" u="none">
                <a:solidFill>
                  <a:srgbClr val="7B6861"/>
                </a:solidFill>
                <a:latin typeface="Quicksand Medium"/>
                <a:ea typeface="Quicksand Medium"/>
                <a:cs typeface="Quicksand Medium"/>
                <a:sym typeface="Quicksand Medium"/>
              </a:rPr>
              <a:t> we</a:t>
            </a:r>
            <a:r>
              <a:rPr lang="en-US" b="true" sz="1729" spc="15" strike="noStrike" u="none">
                <a:solidFill>
                  <a:srgbClr val="7B6861"/>
                </a:solidFill>
                <a:latin typeface="Quicksand Medium"/>
                <a:ea typeface="Quicksand Medium"/>
                <a:cs typeface="Quicksand Medium"/>
                <a:sym typeface="Quicksand Medium"/>
              </a:rPr>
              <a:t> c</a:t>
            </a:r>
            <a:r>
              <a:rPr lang="en-US" b="true" sz="1729" spc="15" strike="noStrike" u="none">
                <a:solidFill>
                  <a:srgbClr val="7B6861"/>
                </a:solidFill>
                <a:latin typeface="Quicksand Medium"/>
                <a:ea typeface="Quicksand Medium"/>
                <a:cs typeface="Quicksand Medium"/>
                <a:sym typeface="Quicksand Medium"/>
              </a:rPr>
              <a:t>r</a:t>
            </a:r>
            <a:r>
              <a:rPr lang="en-US" b="true" sz="1729" spc="15" strike="noStrike" u="none">
                <a:solidFill>
                  <a:srgbClr val="7B6861"/>
                </a:solidFill>
                <a:latin typeface="Quicksand Medium"/>
                <a:ea typeface="Quicksand Medium"/>
                <a:cs typeface="Quicksand Medium"/>
                <a:sym typeface="Quicksand Medium"/>
              </a:rPr>
              <a:t>eat</a:t>
            </a:r>
            <a:r>
              <a:rPr lang="en-US" b="true" sz="1729" spc="15" strike="noStrike" u="none">
                <a:solidFill>
                  <a:srgbClr val="7B6861"/>
                </a:solidFill>
                <a:latin typeface="Quicksand Medium"/>
                <a:ea typeface="Quicksand Medium"/>
                <a:cs typeface="Quicksand Medium"/>
                <a:sym typeface="Quicksand Medium"/>
              </a:rPr>
              <a:t>e</a:t>
            </a:r>
            <a:r>
              <a:rPr lang="en-US" b="true" sz="1729" spc="15" strike="noStrike" u="none">
                <a:solidFill>
                  <a:srgbClr val="7B6861"/>
                </a:solidFill>
                <a:latin typeface="Quicksand Medium"/>
                <a:ea typeface="Quicksand Medium"/>
                <a:cs typeface="Quicksand Medium"/>
                <a:sym typeface="Quicksand Medium"/>
              </a:rPr>
              <a:t> a </a:t>
            </a:r>
            <a:r>
              <a:rPr lang="en-US" b="true" sz="1729" spc="15" strike="noStrike" u="none">
                <a:solidFill>
                  <a:srgbClr val="7B6861"/>
                </a:solidFill>
                <a:latin typeface="Quicksand Medium"/>
                <a:ea typeface="Quicksand Medium"/>
                <a:cs typeface="Quicksand Medium"/>
                <a:sym typeface="Quicksand Medium"/>
              </a:rPr>
              <a:t>toy</a:t>
            </a:r>
            <a:r>
              <a:rPr lang="en-US" b="true" sz="1729" spc="15" strike="noStrike" u="none">
                <a:solidFill>
                  <a:srgbClr val="7B6861"/>
                </a:solidFill>
                <a:latin typeface="Quicksand Medium"/>
                <a:ea typeface="Quicksand Medium"/>
                <a:cs typeface="Quicksand Medium"/>
                <a:sym typeface="Quicksand Medium"/>
              </a:rPr>
              <a:t> t</a:t>
            </a:r>
            <a:r>
              <a:rPr lang="en-US" b="true" sz="1729" spc="15" strike="noStrike" u="none">
                <a:solidFill>
                  <a:srgbClr val="7B6861"/>
                </a:solidFill>
                <a:latin typeface="Quicksand Medium"/>
                <a:ea typeface="Quicksand Medium"/>
                <a:cs typeface="Quicksand Medium"/>
                <a:sym typeface="Quicksand Medium"/>
              </a:rPr>
              <a:t>ha</a:t>
            </a:r>
            <a:r>
              <a:rPr lang="en-US" b="true" sz="1729" spc="15" strike="noStrike" u="none">
                <a:solidFill>
                  <a:srgbClr val="7B6861"/>
                </a:solidFill>
                <a:latin typeface="Quicksand Medium"/>
                <a:ea typeface="Quicksand Medium"/>
                <a:cs typeface="Quicksand Medium"/>
                <a:sym typeface="Quicksand Medium"/>
              </a:rPr>
              <a:t>t co</a:t>
            </a:r>
            <a:r>
              <a:rPr lang="en-US" b="true" sz="1729" spc="15" strike="noStrike" u="none">
                <a:solidFill>
                  <a:srgbClr val="7B6861"/>
                </a:solidFill>
                <a:latin typeface="Quicksand Medium"/>
                <a:ea typeface="Quicksand Medium"/>
                <a:cs typeface="Quicksand Medium"/>
                <a:sym typeface="Quicksand Medium"/>
              </a:rPr>
              <a:t>mbi</a:t>
            </a:r>
            <a:r>
              <a:rPr lang="en-US" b="true" sz="1729" spc="15" strike="noStrike" u="none">
                <a:solidFill>
                  <a:srgbClr val="7B6861"/>
                </a:solidFill>
                <a:latin typeface="Quicksand Medium"/>
                <a:ea typeface="Quicksand Medium"/>
                <a:cs typeface="Quicksand Medium"/>
                <a:sym typeface="Quicksand Medium"/>
              </a:rPr>
              <a:t>n</a:t>
            </a:r>
            <a:r>
              <a:rPr lang="en-US" b="true" sz="1729" spc="15" strike="noStrike" u="none">
                <a:solidFill>
                  <a:srgbClr val="7B6861"/>
                </a:solidFill>
                <a:latin typeface="Quicksand Medium"/>
                <a:ea typeface="Quicksand Medium"/>
                <a:cs typeface="Quicksand Medium"/>
                <a:sym typeface="Quicksand Medium"/>
              </a:rPr>
              <a:t>e</a:t>
            </a:r>
            <a:r>
              <a:rPr lang="en-US" b="true" sz="1729" spc="15" strike="noStrike" u="none">
                <a:solidFill>
                  <a:srgbClr val="7B6861"/>
                </a:solidFill>
                <a:latin typeface="Quicksand Medium"/>
                <a:ea typeface="Quicksand Medium"/>
                <a:cs typeface="Quicksand Medium"/>
                <a:sym typeface="Quicksand Medium"/>
              </a:rPr>
              <a:t>s </a:t>
            </a:r>
            <a:r>
              <a:rPr lang="en-US" b="true" sz="1729" spc="15" strike="noStrike" u="none">
                <a:solidFill>
                  <a:srgbClr val="7B6861"/>
                </a:solidFill>
                <a:latin typeface="Quicksand Medium"/>
                <a:ea typeface="Quicksand Medium"/>
                <a:cs typeface="Quicksand Medium"/>
                <a:sym typeface="Quicksand Medium"/>
              </a:rPr>
              <a:t>eng</a:t>
            </a:r>
            <a:r>
              <a:rPr lang="en-US" b="true" sz="1729" spc="15" strike="noStrike" u="none">
                <a:solidFill>
                  <a:srgbClr val="7B6861"/>
                </a:solidFill>
                <a:latin typeface="Quicksand Medium"/>
                <a:ea typeface="Quicksand Medium"/>
                <a:cs typeface="Quicksand Medium"/>
                <a:sym typeface="Quicksand Medium"/>
              </a:rPr>
              <a:t>i</a:t>
            </a:r>
            <a:r>
              <a:rPr lang="en-US" b="true" sz="1729" spc="15" strike="noStrike" u="none">
                <a:solidFill>
                  <a:srgbClr val="7B6861"/>
                </a:solidFill>
                <a:latin typeface="Quicksand Medium"/>
                <a:ea typeface="Quicksand Medium"/>
                <a:cs typeface="Quicksand Medium"/>
                <a:sym typeface="Quicksand Medium"/>
              </a:rPr>
              <a:t>n</a:t>
            </a:r>
            <a:r>
              <a:rPr lang="en-US" b="true" sz="1729" spc="15" strike="noStrike" u="none">
                <a:solidFill>
                  <a:srgbClr val="7B6861"/>
                </a:solidFill>
                <a:latin typeface="Quicksand Medium"/>
                <a:ea typeface="Quicksand Medium"/>
                <a:cs typeface="Quicksand Medium"/>
                <a:sym typeface="Quicksand Medium"/>
              </a:rPr>
              <a:t>eeri</a:t>
            </a:r>
            <a:r>
              <a:rPr lang="en-US" b="true" sz="1729" spc="15" strike="noStrike" u="none">
                <a:solidFill>
                  <a:srgbClr val="7B6861"/>
                </a:solidFill>
                <a:latin typeface="Quicksand Medium"/>
                <a:ea typeface="Quicksand Medium"/>
                <a:cs typeface="Quicksand Medium"/>
                <a:sym typeface="Quicksand Medium"/>
              </a:rPr>
              <a:t>ng</a:t>
            </a:r>
            <a:r>
              <a:rPr lang="en-US" b="true" sz="1729" spc="15" strike="noStrike" u="none">
                <a:solidFill>
                  <a:srgbClr val="7B6861"/>
                </a:solidFill>
                <a:latin typeface="Quicksand Medium"/>
                <a:ea typeface="Quicksand Medium"/>
                <a:cs typeface="Quicksand Medium"/>
                <a:sym typeface="Quicksand Medium"/>
              </a:rPr>
              <a:t> </a:t>
            </a:r>
            <a:r>
              <a:rPr lang="en-US" b="true" sz="1729" spc="15" strike="noStrike" u="none">
                <a:solidFill>
                  <a:srgbClr val="7B6861"/>
                </a:solidFill>
                <a:latin typeface="Quicksand Medium"/>
                <a:ea typeface="Quicksand Medium"/>
                <a:cs typeface="Quicksand Medium"/>
                <a:sym typeface="Quicksand Medium"/>
              </a:rPr>
              <a:t>pri</a:t>
            </a:r>
            <a:r>
              <a:rPr lang="en-US" b="true" sz="1729" spc="15" strike="noStrike" u="none">
                <a:solidFill>
                  <a:srgbClr val="7B6861"/>
                </a:solidFill>
                <a:latin typeface="Quicksand Medium"/>
                <a:ea typeface="Quicksand Medium"/>
                <a:cs typeface="Quicksand Medium"/>
                <a:sym typeface="Quicksand Medium"/>
              </a:rPr>
              <a:t>n</a:t>
            </a:r>
            <a:r>
              <a:rPr lang="en-US" b="true" sz="1729" spc="15" strike="noStrike" u="none">
                <a:solidFill>
                  <a:srgbClr val="7B6861"/>
                </a:solidFill>
                <a:latin typeface="Quicksand Medium"/>
                <a:ea typeface="Quicksand Medium"/>
                <a:cs typeface="Quicksand Medium"/>
                <a:sym typeface="Quicksand Medium"/>
              </a:rPr>
              <a:t>c</a:t>
            </a:r>
            <a:r>
              <a:rPr lang="en-US" b="true" sz="1729" spc="15" strike="noStrike" u="none">
                <a:solidFill>
                  <a:srgbClr val="7B6861"/>
                </a:solidFill>
                <a:latin typeface="Quicksand Medium"/>
                <a:ea typeface="Quicksand Medium"/>
                <a:cs typeface="Quicksand Medium"/>
                <a:sym typeface="Quicksand Medium"/>
              </a:rPr>
              <a:t>i</a:t>
            </a:r>
            <a:r>
              <a:rPr lang="en-US" b="true" sz="1729" spc="15" strike="noStrike" u="none">
                <a:solidFill>
                  <a:srgbClr val="7B6861"/>
                </a:solidFill>
                <a:latin typeface="Quicksand Medium"/>
                <a:ea typeface="Quicksand Medium"/>
                <a:cs typeface="Quicksand Medium"/>
                <a:sym typeface="Quicksand Medium"/>
              </a:rPr>
              <a:t>p</a:t>
            </a:r>
            <a:r>
              <a:rPr lang="en-US" b="true" sz="1729" spc="15" strike="noStrike" u="none">
                <a:solidFill>
                  <a:srgbClr val="7B6861"/>
                </a:solidFill>
                <a:latin typeface="Quicksand Medium"/>
                <a:ea typeface="Quicksand Medium"/>
                <a:cs typeface="Quicksand Medium"/>
                <a:sym typeface="Quicksand Medium"/>
              </a:rPr>
              <a:t>l</a:t>
            </a:r>
            <a:r>
              <a:rPr lang="en-US" b="true" sz="1729" spc="15" strike="noStrike" u="none">
                <a:solidFill>
                  <a:srgbClr val="7B6861"/>
                </a:solidFill>
                <a:latin typeface="Quicksand Medium"/>
                <a:ea typeface="Quicksand Medium"/>
                <a:cs typeface="Quicksand Medium"/>
                <a:sym typeface="Quicksand Medium"/>
              </a:rPr>
              <a:t>e</a:t>
            </a:r>
            <a:r>
              <a:rPr lang="en-US" b="true" sz="1729" spc="15" strike="noStrike" u="none">
                <a:solidFill>
                  <a:srgbClr val="7B6861"/>
                </a:solidFill>
                <a:latin typeface="Quicksand Medium"/>
                <a:ea typeface="Quicksand Medium"/>
                <a:cs typeface="Quicksand Medium"/>
                <a:sym typeface="Quicksand Medium"/>
              </a:rPr>
              <a:t>s</a:t>
            </a:r>
            <a:r>
              <a:rPr lang="en-US" b="true" sz="1729" spc="15" strike="noStrike" u="none">
                <a:solidFill>
                  <a:srgbClr val="7B6861"/>
                </a:solidFill>
                <a:latin typeface="Quicksand Medium"/>
                <a:ea typeface="Quicksand Medium"/>
                <a:cs typeface="Quicksand Medium"/>
                <a:sym typeface="Quicksand Medium"/>
              </a:rPr>
              <a:t> (m</a:t>
            </a:r>
            <a:r>
              <a:rPr lang="en-US" b="true" sz="1729" spc="15" strike="noStrike" u="none">
                <a:solidFill>
                  <a:srgbClr val="7B6861"/>
                </a:solidFill>
                <a:latin typeface="Quicksand Medium"/>
                <a:ea typeface="Quicksand Medium"/>
                <a:cs typeface="Quicksand Medium"/>
                <a:sym typeface="Quicksand Medium"/>
              </a:rPr>
              <a:t>e</a:t>
            </a:r>
            <a:r>
              <a:rPr lang="en-US" b="true" sz="1729" spc="15" strike="noStrike" u="none">
                <a:solidFill>
                  <a:srgbClr val="7B6861"/>
                </a:solidFill>
                <a:latin typeface="Quicksand Medium"/>
                <a:ea typeface="Quicksand Medium"/>
                <a:cs typeface="Quicksand Medium"/>
                <a:sym typeface="Quicksand Medium"/>
              </a:rPr>
              <a:t>cha</a:t>
            </a:r>
            <a:r>
              <a:rPr lang="en-US" b="true" sz="1729" spc="15" strike="noStrike" u="none">
                <a:solidFill>
                  <a:srgbClr val="7B6861"/>
                </a:solidFill>
                <a:latin typeface="Quicksand Medium"/>
                <a:ea typeface="Quicksand Medium"/>
                <a:cs typeface="Quicksand Medium"/>
                <a:sym typeface="Quicksand Medium"/>
              </a:rPr>
              <a:t>ni</a:t>
            </a:r>
            <a:r>
              <a:rPr lang="en-US" b="true" sz="1729" spc="15" strike="noStrike" u="none">
                <a:solidFill>
                  <a:srgbClr val="7B6861"/>
                </a:solidFill>
                <a:latin typeface="Quicksand Medium"/>
                <a:ea typeface="Quicksand Medium"/>
                <a:cs typeface="Quicksand Medium"/>
                <a:sym typeface="Quicksand Medium"/>
              </a:rPr>
              <a:t>c</a:t>
            </a:r>
            <a:r>
              <a:rPr lang="en-US" b="true" sz="1729" spc="15" strike="noStrike" u="none">
                <a:solidFill>
                  <a:srgbClr val="7B6861"/>
                </a:solidFill>
                <a:latin typeface="Quicksand Medium"/>
                <a:ea typeface="Quicksand Medium"/>
                <a:cs typeface="Quicksand Medium"/>
                <a:sym typeface="Quicksand Medium"/>
              </a:rPr>
              <a:t>s </a:t>
            </a:r>
            <a:r>
              <a:rPr lang="en-US" b="true" sz="1729" spc="15" strike="noStrike" u="none">
                <a:solidFill>
                  <a:srgbClr val="7B6861"/>
                </a:solidFill>
                <a:latin typeface="Quicksand Medium"/>
                <a:ea typeface="Quicksand Medium"/>
                <a:cs typeface="Quicksand Medium"/>
                <a:sym typeface="Quicksand Medium"/>
              </a:rPr>
              <a:t>&amp;</a:t>
            </a:r>
            <a:r>
              <a:rPr lang="en-US" b="true" sz="1729" spc="15" strike="noStrike" u="none">
                <a:solidFill>
                  <a:srgbClr val="7B6861"/>
                </a:solidFill>
                <a:latin typeface="Quicksand Medium"/>
                <a:ea typeface="Quicksand Medium"/>
                <a:cs typeface="Quicksand Medium"/>
                <a:sym typeface="Quicksand Medium"/>
              </a:rPr>
              <a:t> elect</a:t>
            </a:r>
            <a:r>
              <a:rPr lang="en-US" b="true" sz="1729" spc="15" strike="noStrike" u="none">
                <a:solidFill>
                  <a:srgbClr val="7B6861"/>
                </a:solidFill>
                <a:latin typeface="Quicksand Medium"/>
                <a:ea typeface="Quicksand Medium"/>
                <a:cs typeface="Quicksand Medium"/>
                <a:sym typeface="Quicksand Medium"/>
              </a:rPr>
              <a:t>ronic</a:t>
            </a:r>
            <a:r>
              <a:rPr lang="en-US" b="true" sz="1729" spc="15" strike="noStrike" u="none">
                <a:solidFill>
                  <a:srgbClr val="7B6861"/>
                </a:solidFill>
                <a:latin typeface="Quicksand Medium"/>
                <a:ea typeface="Quicksand Medium"/>
                <a:cs typeface="Quicksand Medium"/>
                <a:sym typeface="Quicksand Medium"/>
              </a:rPr>
              <a:t>s</a:t>
            </a:r>
            <a:r>
              <a:rPr lang="en-US" b="true" sz="1729" spc="15" strike="noStrike" u="none">
                <a:solidFill>
                  <a:srgbClr val="7B6861"/>
                </a:solidFill>
                <a:latin typeface="Quicksand Medium"/>
                <a:ea typeface="Quicksand Medium"/>
                <a:cs typeface="Quicksand Medium"/>
                <a:sym typeface="Quicksand Medium"/>
              </a:rPr>
              <a:t>)</a:t>
            </a:r>
            <a:r>
              <a:rPr lang="en-US" b="true" sz="1729" spc="15" strike="noStrike" u="none">
                <a:solidFill>
                  <a:srgbClr val="7B6861"/>
                </a:solidFill>
                <a:latin typeface="Quicksand Medium"/>
                <a:ea typeface="Quicksand Medium"/>
                <a:cs typeface="Quicksand Medium"/>
                <a:sym typeface="Quicksand Medium"/>
              </a:rPr>
              <a:t> </a:t>
            </a:r>
            <a:r>
              <a:rPr lang="en-US" b="true" sz="1729" spc="15" strike="noStrike" u="none">
                <a:solidFill>
                  <a:srgbClr val="7B6861"/>
                </a:solidFill>
                <a:latin typeface="Quicksand Medium"/>
                <a:ea typeface="Quicksand Medium"/>
                <a:cs typeface="Quicksand Medium"/>
                <a:sym typeface="Quicksand Medium"/>
              </a:rPr>
              <a:t>w</a:t>
            </a:r>
            <a:r>
              <a:rPr lang="en-US" b="true" sz="1729" spc="15" strike="noStrike" u="none">
                <a:solidFill>
                  <a:srgbClr val="7B6861"/>
                </a:solidFill>
                <a:latin typeface="Quicksand Medium"/>
                <a:ea typeface="Quicksand Medium"/>
                <a:cs typeface="Quicksand Medium"/>
                <a:sym typeface="Quicksand Medium"/>
              </a:rPr>
              <a:t>i</a:t>
            </a:r>
            <a:r>
              <a:rPr lang="en-US" b="true" sz="1729" spc="15" strike="noStrike" u="none">
                <a:solidFill>
                  <a:srgbClr val="7B6861"/>
                </a:solidFill>
                <a:latin typeface="Quicksand Medium"/>
                <a:ea typeface="Quicksand Medium"/>
                <a:cs typeface="Quicksand Medium"/>
                <a:sym typeface="Quicksand Medium"/>
              </a:rPr>
              <a:t>th e</a:t>
            </a:r>
            <a:r>
              <a:rPr lang="en-US" b="true" sz="1729" spc="15" strike="noStrike" u="none">
                <a:solidFill>
                  <a:srgbClr val="7B6861"/>
                </a:solidFill>
                <a:latin typeface="Quicksand Medium"/>
                <a:ea typeface="Quicksand Medium"/>
                <a:cs typeface="Quicksand Medium"/>
                <a:sym typeface="Quicksand Medium"/>
              </a:rPr>
              <a:t>ar</a:t>
            </a:r>
            <a:r>
              <a:rPr lang="en-US" b="true" sz="1729" spc="15" strike="noStrike" u="none">
                <a:solidFill>
                  <a:srgbClr val="7B6861"/>
                </a:solidFill>
                <a:latin typeface="Quicksand Medium"/>
                <a:ea typeface="Quicksand Medium"/>
                <a:cs typeface="Quicksand Medium"/>
                <a:sym typeface="Quicksand Medium"/>
              </a:rPr>
              <a:t>ly</a:t>
            </a:r>
            <a:r>
              <a:rPr lang="en-US" b="true" sz="1729" spc="15" strike="noStrike" u="none">
                <a:solidFill>
                  <a:srgbClr val="7B6861"/>
                </a:solidFill>
                <a:latin typeface="Quicksand Medium"/>
                <a:ea typeface="Quicksand Medium"/>
                <a:cs typeface="Quicksand Medium"/>
                <a:sym typeface="Quicksand Medium"/>
              </a:rPr>
              <a:t> </a:t>
            </a:r>
            <a:r>
              <a:rPr lang="en-US" b="true" sz="1729" spc="15" strike="noStrike" u="none">
                <a:solidFill>
                  <a:srgbClr val="7B6861"/>
                </a:solidFill>
                <a:latin typeface="Quicksand Medium"/>
                <a:ea typeface="Quicksand Medium"/>
                <a:cs typeface="Quicksand Medium"/>
                <a:sym typeface="Quicksand Medium"/>
              </a:rPr>
              <a:t>child</a:t>
            </a:r>
            <a:r>
              <a:rPr lang="en-US" b="true" sz="1729" spc="15" strike="noStrike" u="none">
                <a:solidFill>
                  <a:srgbClr val="7B6861"/>
                </a:solidFill>
                <a:latin typeface="Quicksand Medium"/>
                <a:ea typeface="Quicksand Medium"/>
                <a:cs typeface="Quicksand Medium"/>
                <a:sym typeface="Quicksand Medium"/>
              </a:rPr>
              <a:t>h</a:t>
            </a:r>
            <a:r>
              <a:rPr lang="en-US" b="true" sz="1729" spc="15" strike="noStrike" u="none">
                <a:solidFill>
                  <a:srgbClr val="7B6861"/>
                </a:solidFill>
                <a:latin typeface="Quicksand Medium"/>
                <a:ea typeface="Quicksand Medium"/>
                <a:cs typeface="Quicksand Medium"/>
                <a:sym typeface="Quicksand Medium"/>
              </a:rPr>
              <a:t>ood </a:t>
            </a:r>
            <a:r>
              <a:rPr lang="en-US" b="true" sz="1729" spc="15" strike="noStrike" u="none">
                <a:solidFill>
                  <a:srgbClr val="7B6861"/>
                </a:solidFill>
                <a:latin typeface="Quicksand Medium"/>
                <a:ea typeface="Quicksand Medium"/>
                <a:cs typeface="Quicksand Medium"/>
                <a:sym typeface="Quicksand Medium"/>
              </a:rPr>
              <a:t>e</a:t>
            </a:r>
            <a:r>
              <a:rPr lang="en-US" b="true" sz="1729" spc="15" strike="noStrike" u="none">
                <a:solidFill>
                  <a:srgbClr val="7B6861"/>
                </a:solidFill>
                <a:latin typeface="Quicksand Medium"/>
                <a:ea typeface="Quicksand Medium"/>
                <a:cs typeface="Quicksand Medium"/>
                <a:sym typeface="Quicksand Medium"/>
              </a:rPr>
              <a:t>duc</a:t>
            </a:r>
            <a:r>
              <a:rPr lang="en-US" b="true" sz="1729" spc="15" strike="noStrike" u="none">
                <a:solidFill>
                  <a:srgbClr val="7B6861"/>
                </a:solidFill>
                <a:latin typeface="Quicksand Medium"/>
                <a:ea typeface="Quicksand Medium"/>
                <a:cs typeface="Quicksand Medium"/>
                <a:sym typeface="Quicksand Medium"/>
              </a:rPr>
              <a:t>a</a:t>
            </a:r>
            <a:r>
              <a:rPr lang="en-US" b="true" sz="1729" spc="15" strike="noStrike" u="none">
                <a:solidFill>
                  <a:srgbClr val="7B6861"/>
                </a:solidFill>
                <a:latin typeface="Quicksand Medium"/>
                <a:ea typeface="Quicksand Medium"/>
                <a:cs typeface="Quicksand Medium"/>
                <a:sym typeface="Quicksand Medium"/>
              </a:rPr>
              <a:t>tion?</a:t>
            </a:r>
          </a:p>
          <a:p>
            <a:pPr algn="l" marL="0" indent="0" lvl="0">
              <a:lnSpc>
                <a:spcPts val="2352"/>
              </a:lnSpc>
              <a:spcBef>
                <a:spcPct val="0"/>
              </a:spcBef>
            </a:pPr>
          </a:p>
          <a:p>
            <a:pPr algn="l" marL="0" indent="0" lvl="0">
              <a:lnSpc>
                <a:spcPts val="2352"/>
              </a:lnSpc>
              <a:spcBef>
                <a:spcPct val="0"/>
              </a:spcBef>
            </a:pPr>
            <a:r>
              <a:rPr lang="en-US" b="true" sz="1729" spc="15" strike="noStrike" u="none">
                <a:solidFill>
                  <a:srgbClr val="7B6861"/>
                </a:solidFill>
                <a:latin typeface="Quicksand Medium"/>
                <a:ea typeface="Quicksand Medium"/>
                <a:cs typeface="Quicksand Medium"/>
                <a:sym typeface="Quicksand Medium"/>
              </a:rPr>
              <a:t>Concept Evolution: First Idea: A simple static shape-sorter (rejected for being too traditional and low engagement).</a:t>
            </a:r>
          </a:p>
          <a:p>
            <a:pPr algn="l" marL="0" indent="0" lvl="0">
              <a:lnSpc>
                <a:spcPts val="2352"/>
              </a:lnSpc>
              <a:spcBef>
                <a:spcPct val="0"/>
              </a:spcBef>
            </a:pPr>
          </a:p>
          <a:p>
            <a:pPr algn="l">
              <a:lnSpc>
                <a:spcPts val="2352"/>
              </a:lnSpc>
              <a:spcBef>
                <a:spcPct val="0"/>
              </a:spcBef>
            </a:pPr>
            <a:r>
              <a:rPr lang="en-US" b="true" sz="1729" spc="15" strike="noStrike" u="none">
                <a:solidFill>
                  <a:srgbClr val="7B6861"/>
                </a:solidFill>
                <a:latin typeface="Quicksand Medium"/>
                <a:ea typeface="Quicksand Medium"/>
                <a:cs typeface="Quicksand Medium"/>
                <a:sym typeface="Quicksand Medium"/>
              </a:rPr>
              <a:t>Second Idea: A moving car in track (rejected due to safety and high complexity for the 2-5 age group).</a:t>
            </a:r>
          </a:p>
          <a:p>
            <a:pPr algn="l">
              <a:lnSpc>
                <a:spcPts val="2352"/>
              </a:lnSpc>
              <a:spcBef>
                <a:spcPct val="0"/>
              </a:spcBef>
            </a:pPr>
          </a:p>
          <a:p>
            <a:pPr algn="l">
              <a:lnSpc>
                <a:spcPts val="2352"/>
              </a:lnSpc>
              <a:spcBef>
                <a:spcPct val="0"/>
              </a:spcBef>
            </a:pPr>
            <a:r>
              <a:rPr lang="en-US" b="true" sz="1729" spc="15" strike="noStrike" u="none">
                <a:solidFill>
                  <a:srgbClr val="7B6861"/>
                </a:solidFill>
                <a:latin typeface="Quicksand Medium"/>
                <a:ea typeface="Quicksand Medium"/>
                <a:cs typeface="Quicksand Medium"/>
                <a:sym typeface="Quicksand Medium"/>
              </a:rPr>
              <a:t>Final Concept: An interactive ball toy that links logical thinking with an exciting physical reward.</a:t>
            </a:r>
          </a:p>
          <a:p>
            <a:pPr algn="l">
              <a:lnSpc>
                <a:spcPts val="2352"/>
              </a:lnSpc>
              <a:spcBef>
                <a:spcPct val="0"/>
              </a:spcBef>
            </a:pPr>
          </a:p>
          <a:p>
            <a:pPr algn="l" marL="0" indent="0" lvl="0">
              <a:lnSpc>
                <a:spcPts val="2352"/>
              </a:lnSpc>
              <a:spcBef>
                <a:spcPct val="0"/>
              </a:spcBef>
            </a:pPr>
          </a:p>
          <a:p>
            <a:pPr algn="l" marL="0" indent="0" lvl="0">
              <a:lnSpc>
                <a:spcPts val="2352"/>
              </a:lnSpc>
              <a:spcBef>
                <a:spcPct val="0"/>
              </a:spcBef>
            </a:pPr>
          </a:p>
          <a:p>
            <a:pPr algn="l" marL="0" indent="0" lvl="0">
              <a:lnSpc>
                <a:spcPts val="2352"/>
              </a:lnSpc>
              <a:spcBef>
                <a:spcPct val="0"/>
              </a:spcBef>
            </a:pPr>
          </a:p>
          <a:p>
            <a:pPr algn="l">
              <a:lnSpc>
                <a:spcPts val="2352"/>
              </a:lnSpc>
              <a:spcBef>
                <a:spcPct val="0"/>
              </a:spcBef>
            </a:pPr>
          </a:p>
          <a:p>
            <a:pPr algn="l" marL="0" indent="0" lvl="0">
              <a:lnSpc>
                <a:spcPts val="2352"/>
              </a:lnSpc>
              <a:spcBef>
                <a:spcPct val="0"/>
              </a:spcBef>
            </a:pPr>
          </a:p>
          <a:p>
            <a:pPr algn="l" marL="0" indent="0" lvl="0">
              <a:lnSpc>
                <a:spcPts val="2352"/>
              </a:lnSpc>
              <a:spcBef>
                <a:spcPct val="0"/>
              </a:spcBef>
            </a:pPr>
          </a:p>
        </p:txBody>
      </p:sp>
      <p:sp>
        <p:nvSpPr>
          <p:cNvPr name="TextBox 38" id="38"/>
          <p:cNvSpPr txBox="true"/>
          <p:nvPr/>
        </p:nvSpPr>
        <p:spPr>
          <a:xfrm rot="0">
            <a:off x="11676009" y="1328692"/>
            <a:ext cx="4383893" cy="989381"/>
          </a:xfrm>
          <a:prstGeom prst="rect">
            <a:avLst/>
          </a:prstGeom>
        </p:spPr>
        <p:txBody>
          <a:bodyPr anchor="t" rtlCol="false" tIns="0" lIns="0" bIns="0" rIns="0">
            <a:spAutoFit/>
          </a:bodyPr>
          <a:lstStyle/>
          <a:p>
            <a:pPr algn="ctr">
              <a:lnSpc>
                <a:spcPts val="2646"/>
              </a:lnSpc>
            </a:pPr>
            <a:r>
              <a:rPr lang="en-US" b="true" sz="1890" spc="-39">
                <a:solidFill>
                  <a:srgbClr val="7B6861"/>
                </a:solidFill>
                <a:latin typeface="Quicksand Bold"/>
                <a:ea typeface="Quicksand Bold"/>
                <a:cs typeface="Quicksand Bold"/>
                <a:sym typeface="Quicksand Bold"/>
              </a:rPr>
              <a:t>Sketches &amp; Layouts: Hand-drawn sketches were made when we first think about the game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9EB6B6"/>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TextBox 11" id="11"/>
          <p:cNvSpPr txBox="true"/>
          <p:nvPr/>
        </p:nvSpPr>
        <p:spPr>
          <a:xfrm rot="0">
            <a:off x="-591297" y="866408"/>
            <a:ext cx="10534356" cy="2632473"/>
          </a:xfrm>
          <a:prstGeom prst="rect">
            <a:avLst/>
          </a:prstGeom>
        </p:spPr>
        <p:txBody>
          <a:bodyPr anchor="t" rtlCol="false" tIns="0" lIns="0" bIns="0" rIns="0">
            <a:spAutoFit/>
          </a:bodyPr>
          <a:lstStyle/>
          <a:p>
            <a:pPr algn="ctr">
              <a:lnSpc>
                <a:spcPts val="10023"/>
              </a:lnSpc>
            </a:pPr>
            <a:r>
              <a:rPr lang="en-US" sz="10662" spc="-533">
                <a:solidFill>
                  <a:srgbClr val="FFFFFF"/>
                </a:solidFill>
                <a:latin typeface="210 클레이토이"/>
                <a:ea typeface="210 클레이토이"/>
                <a:cs typeface="210 클레이토이"/>
                <a:sym typeface="210 클레이토이"/>
              </a:rPr>
              <a:t>MECHANICAL ELEMENTS</a:t>
            </a:r>
          </a:p>
        </p:txBody>
      </p:sp>
      <p:sp>
        <p:nvSpPr>
          <p:cNvPr name="Freeform 12" id="12"/>
          <p:cNvSpPr/>
          <p:nvPr/>
        </p:nvSpPr>
        <p:spPr>
          <a:xfrm flipH="false" flipV="false" rot="0">
            <a:off x="1315218" y="3188805"/>
            <a:ext cx="6395151" cy="697653"/>
          </a:xfrm>
          <a:custGeom>
            <a:avLst/>
            <a:gdLst/>
            <a:ahLst/>
            <a:cxnLst/>
            <a:rect r="r" b="b" t="t" l="l"/>
            <a:pathLst>
              <a:path h="697653" w="6395151">
                <a:moveTo>
                  <a:pt x="0" y="0"/>
                </a:moveTo>
                <a:lnTo>
                  <a:pt x="6395151" y="0"/>
                </a:lnTo>
                <a:lnTo>
                  <a:pt x="6395151" y="697653"/>
                </a:lnTo>
                <a:lnTo>
                  <a:pt x="0" y="6976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3107383">
            <a:off x="-2190621" y="-2229974"/>
            <a:ext cx="4241006" cy="4459949"/>
          </a:xfrm>
          <a:custGeom>
            <a:avLst/>
            <a:gdLst/>
            <a:ahLst/>
            <a:cxnLst/>
            <a:rect r="r" b="b" t="t" l="l"/>
            <a:pathLst>
              <a:path h="4459949" w="4241006">
                <a:moveTo>
                  <a:pt x="0" y="0"/>
                </a:moveTo>
                <a:lnTo>
                  <a:pt x="4241006" y="0"/>
                </a:lnTo>
                <a:lnTo>
                  <a:pt x="4241006" y="4459948"/>
                </a:lnTo>
                <a:lnTo>
                  <a:pt x="0" y="445994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584346">
            <a:off x="12984535" y="-164707"/>
            <a:ext cx="4415405" cy="4022032"/>
          </a:xfrm>
          <a:custGeom>
            <a:avLst/>
            <a:gdLst/>
            <a:ahLst/>
            <a:cxnLst/>
            <a:rect r="r" b="b" t="t" l="l"/>
            <a:pathLst>
              <a:path h="4022032" w="4415405">
                <a:moveTo>
                  <a:pt x="0" y="0"/>
                </a:moveTo>
                <a:lnTo>
                  <a:pt x="4415405" y="0"/>
                </a:lnTo>
                <a:lnTo>
                  <a:pt x="4415405" y="4022033"/>
                </a:lnTo>
                <a:lnTo>
                  <a:pt x="0" y="402203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8" id="18"/>
          <p:cNvSpPr/>
          <p:nvPr/>
        </p:nvSpPr>
        <p:spPr>
          <a:xfrm flipH="false" flipV="false" rot="-1302171">
            <a:off x="6208123" y="-1475183"/>
            <a:ext cx="3696358" cy="2950366"/>
          </a:xfrm>
          <a:custGeom>
            <a:avLst/>
            <a:gdLst/>
            <a:ahLst/>
            <a:cxnLst/>
            <a:rect r="r" b="b" t="t" l="l"/>
            <a:pathLst>
              <a:path h="2950366" w="3696358">
                <a:moveTo>
                  <a:pt x="0" y="0"/>
                </a:moveTo>
                <a:lnTo>
                  <a:pt x="3696358" y="0"/>
                </a:lnTo>
                <a:lnTo>
                  <a:pt x="3696358" y="2950366"/>
                </a:lnTo>
                <a:lnTo>
                  <a:pt x="0" y="295036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0" id="20"/>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1" id="21"/>
          <p:cNvGrpSpPr/>
          <p:nvPr/>
        </p:nvGrpSpPr>
        <p:grpSpPr>
          <a:xfrm rot="0">
            <a:off x="7971953" y="2376102"/>
            <a:ext cx="9239724" cy="10206623"/>
            <a:chOff x="0" y="0"/>
            <a:chExt cx="2433508" cy="2688164"/>
          </a:xfrm>
        </p:grpSpPr>
        <p:sp>
          <p:nvSpPr>
            <p:cNvPr name="Freeform 22" id="22"/>
            <p:cNvSpPr/>
            <p:nvPr/>
          </p:nvSpPr>
          <p:spPr>
            <a:xfrm flipH="false" flipV="false" rot="0">
              <a:off x="0" y="0"/>
              <a:ext cx="2433508" cy="2688164"/>
            </a:xfrm>
            <a:custGeom>
              <a:avLst/>
              <a:gdLst/>
              <a:ahLst/>
              <a:cxnLst/>
              <a:rect r="r" b="b" t="t" l="l"/>
              <a:pathLst>
                <a:path h="2688164" w="2433508">
                  <a:moveTo>
                    <a:pt x="26813" y="0"/>
                  </a:moveTo>
                  <a:lnTo>
                    <a:pt x="2406695" y="0"/>
                  </a:lnTo>
                  <a:cubicBezTo>
                    <a:pt x="2421503" y="0"/>
                    <a:pt x="2433508" y="12004"/>
                    <a:pt x="2433508" y="26813"/>
                  </a:cubicBezTo>
                  <a:lnTo>
                    <a:pt x="2433508" y="2661352"/>
                  </a:lnTo>
                  <a:cubicBezTo>
                    <a:pt x="2433508" y="2668463"/>
                    <a:pt x="2430683" y="2675283"/>
                    <a:pt x="2425654" y="2680311"/>
                  </a:cubicBezTo>
                  <a:cubicBezTo>
                    <a:pt x="2420626" y="2685339"/>
                    <a:pt x="2413806" y="2688164"/>
                    <a:pt x="2406695" y="2688164"/>
                  </a:cubicBezTo>
                  <a:lnTo>
                    <a:pt x="26813" y="2688164"/>
                  </a:lnTo>
                  <a:cubicBezTo>
                    <a:pt x="12004" y="2688164"/>
                    <a:pt x="0" y="2676160"/>
                    <a:pt x="0" y="2661352"/>
                  </a:cubicBezTo>
                  <a:lnTo>
                    <a:pt x="0" y="26813"/>
                  </a:lnTo>
                  <a:cubicBezTo>
                    <a:pt x="0" y="12004"/>
                    <a:pt x="12004" y="0"/>
                    <a:pt x="26813" y="0"/>
                  </a:cubicBezTo>
                  <a:close/>
                </a:path>
              </a:pathLst>
            </a:custGeom>
            <a:solidFill>
              <a:srgbClr val="FFFFFF"/>
            </a:solidFill>
            <a:ln w="47625" cap="rnd">
              <a:solidFill>
                <a:srgbClr val="998178"/>
              </a:solidFill>
              <a:prstDash val="solid"/>
              <a:round/>
            </a:ln>
          </p:spPr>
        </p:sp>
        <p:sp>
          <p:nvSpPr>
            <p:cNvPr name="TextBox 23" id="23"/>
            <p:cNvSpPr txBox="true"/>
            <p:nvPr/>
          </p:nvSpPr>
          <p:spPr>
            <a:xfrm>
              <a:off x="0" y="-38100"/>
              <a:ext cx="2433508" cy="2726264"/>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349523" y="4280207"/>
            <a:ext cx="7551920" cy="4978093"/>
            <a:chOff x="0" y="0"/>
            <a:chExt cx="1988983" cy="1311103"/>
          </a:xfrm>
        </p:grpSpPr>
        <p:sp>
          <p:nvSpPr>
            <p:cNvPr name="Freeform 25" id="25"/>
            <p:cNvSpPr/>
            <p:nvPr/>
          </p:nvSpPr>
          <p:spPr>
            <a:xfrm flipH="false" flipV="false" rot="0">
              <a:off x="0" y="0"/>
              <a:ext cx="1988983" cy="1311103"/>
            </a:xfrm>
            <a:custGeom>
              <a:avLst/>
              <a:gdLst/>
              <a:ahLst/>
              <a:cxnLst/>
              <a:rect r="r" b="b" t="t" l="l"/>
              <a:pathLst>
                <a:path h="1311103" w="1988983">
                  <a:moveTo>
                    <a:pt x="32805" y="0"/>
                  </a:moveTo>
                  <a:lnTo>
                    <a:pt x="1956178" y="0"/>
                  </a:lnTo>
                  <a:cubicBezTo>
                    <a:pt x="1964878" y="0"/>
                    <a:pt x="1973223" y="3456"/>
                    <a:pt x="1979375" y="9608"/>
                  </a:cubicBezTo>
                  <a:cubicBezTo>
                    <a:pt x="1985527" y="15761"/>
                    <a:pt x="1988983" y="24105"/>
                    <a:pt x="1988983" y="32805"/>
                  </a:cubicBezTo>
                  <a:lnTo>
                    <a:pt x="1988983" y="1278298"/>
                  </a:lnTo>
                  <a:cubicBezTo>
                    <a:pt x="1988983" y="1296415"/>
                    <a:pt x="1974296" y="1311103"/>
                    <a:pt x="1956178" y="1311103"/>
                  </a:cubicBezTo>
                  <a:lnTo>
                    <a:pt x="32805" y="1311103"/>
                  </a:lnTo>
                  <a:cubicBezTo>
                    <a:pt x="14687" y="1311103"/>
                    <a:pt x="0" y="1296415"/>
                    <a:pt x="0" y="1278298"/>
                  </a:cubicBezTo>
                  <a:lnTo>
                    <a:pt x="0" y="32805"/>
                  </a:lnTo>
                  <a:cubicBezTo>
                    <a:pt x="0" y="14687"/>
                    <a:pt x="14687" y="0"/>
                    <a:pt x="32805" y="0"/>
                  </a:cubicBezTo>
                  <a:close/>
                </a:path>
              </a:pathLst>
            </a:custGeom>
            <a:solidFill>
              <a:srgbClr val="FFFFFF"/>
            </a:solidFill>
            <a:ln w="47625" cap="rnd">
              <a:solidFill>
                <a:srgbClr val="998178"/>
              </a:solidFill>
              <a:prstDash val="solid"/>
              <a:round/>
            </a:ln>
          </p:spPr>
        </p:sp>
        <p:sp>
          <p:nvSpPr>
            <p:cNvPr name="TextBox 26" id="26"/>
            <p:cNvSpPr txBox="true"/>
            <p:nvPr/>
          </p:nvSpPr>
          <p:spPr>
            <a:xfrm>
              <a:off x="0" y="-38100"/>
              <a:ext cx="1988983" cy="1349203"/>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596067" y="4507460"/>
            <a:ext cx="7058832" cy="4523587"/>
          </a:xfrm>
          <a:custGeom>
            <a:avLst/>
            <a:gdLst/>
            <a:ahLst/>
            <a:cxnLst/>
            <a:rect r="r" b="b" t="t" l="l"/>
            <a:pathLst>
              <a:path h="4523587" w="7058832">
                <a:moveTo>
                  <a:pt x="0" y="0"/>
                </a:moveTo>
                <a:lnTo>
                  <a:pt x="7058832" y="0"/>
                </a:lnTo>
                <a:lnTo>
                  <a:pt x="7058832" y="4523587"/>
                </a:lnTo>
                <a:lnTo>
                  <a:pt x="0" y="4523587"/>
                </a:lnTo>
                <a:lnTo>
                  <a:pt x="0" y="0"/>
                </a:lnTo>
                <a:close/>
              </a:path>
            </a:pathLst>
          </a:custGeom>
          <a:blipFill>
            <a:blip r:embed="rId18"/>
            <a:stretch>
              <a:fillRect l="-10480" t="-38" r="-15435" b="0"/>
            </a:stretch>
          </a:blipFill>
        </p:spPr>
      </p:sp>
      <p:sp>
        <p:nvSpPr>
          <p:cNvPr name="TextBox 28" id="28"/>
          <p:cNvSpPr txBox="true"/>
          <p:nvPr/>
        </p:nvSpPr>
        <p:spPr>
          <a:xfrm rot="0">
            <a:off x="8373764" y="2921498"/>
            <a:ext cx="8436104" cy="5826760"/>
          </a:xfrm>
          <a:prstGeom prst="rect">
            <a:avLst/>
          </a:prstGeom>
        </p:spPr>
        <p:txBody>
          <a:bodyPr anchor="t" rtlCol="false" tIns="0" lIns="0" bIns="0" rIns="0">
            <a:spAutoFit/>
          </a:bodyPr>
          <a:lstStyle/>
          <a:p>
            <a:pPr algn="l" marL="431801" indent="-215900" lvl="1">
              <a:lnSpc>
                <a:spcPts val="2720"/>
              </a:lnSpc>
              <a:buFont typeface="Arial"/>
              <a:buChar char="•"/>
            </a:pPr>
            <a:r>
              <a:rPr lang="en-US" b="true" sz="2000" spc="18">
                <a:solidFill>
                  <a:srgbClr val="7B6861"/>
                </a:solidFill>
                <a:latin typeface="Quicksand Medium"/>
                <a:ea typeface="Quicksand Medium"/>
                <a:cs typeface="Quicksand Medium"/>
                <a:sym typeface="Quicksand Medium"/>
              </a:rPr>
              <a:t>Mechanism Type: Archimedes Screw</a:t>
            </a:r>
          </a:p>
          <a:p>
            <a:pPr algn="l">
              <a:lnSpc>
                <a:spcPts val="2720"/>
              </a:lnSpc>
            </a:pPr>
          </a:p>
          <a:p>
            <a:pPr algn="l" marL="431801" indent="-215900" lvl="1">
              <a:lnSpc>
                <a:spcPts val="2720"/>
              </a:lnSpc>
              <a:buFont typeface="Arial"/>
              <a:buChar char="•"/>
            </a:pPr>
            <a:r>
              <a:rPr lang="en-US" b="true" sz="2000" spc="18">
                <a:solidFill>
                  <a:srgbClr val="7B6861"/>
                </a:solidFill>
                <a:latin typeface="Quicksand Medium"/>
                <a:ea typeface="Quicksand Medium"/>
                <a:cs typeface="Quicksand Medium"/>
                <a:sym typeface="Quicksand Medium"/>
              </a:rPr>
              <a:t>Purpose: Vertically elevating the balls from the bottom collection area up to the shooting chamber using continuous rotary motion.</a:t>
            </a:r>
          </a:p>
          <a:p>
            <a:pPr algn="l">
              <a:lnSpc>
                <a:spcPts val="2720"/>
              </a:lnSpc>
            </a:pPr>
          </a:p>
          <a:p>
            <a:pPr algn="l" marL="431801" indent="-215900" lvl="1">
              <a:lnSpc>
                <a:spcPts val="2720"/>
              </a:lnSpc>
              <a:buFont typeface="Arial"/>
              <a:buChar char="•"/>
            </a:pPr>
            <a:r>
              <a:rPr lang="en-US" b="true" sz="2000" spc="18">
                <a:solidFill>
                  <a:srgbClr val="7B6861"/>
                </a:solidFill>
                <a:latin typeface="Quicksand Medium"/>
                <a:ea typeface="Quicksand Medium"/>
                <a:cs typeface="Quicksand Medium"/>
                <a:sym typeface="Quicksand Medium"/>
              </a:rPr>
              <a:t>Ball Capture: Once the balls enter the bottom of the shaft, they fit into the grooves of the screw.</a:t>
            </a:r>
          </a:p>
          <a:p>
            <a:pPr algn="l">
              <a:lnSpc>
                <a:spcPts val="2720"/>
              </a:lnSpc>
            </a:pPr>
          </a:p>
          <a:p>
            <a:pPr algn="l" marL="431801" indent="-215900" lvl="1">
              <a:lnSpc>
                <a:spcPts val="2720"/>
              </a:lnSpc>
              <a:buFont typeface="Arial"/>
              <a:buChar char="•"/>
            </a:pPr>
            <a:r>
              <a:rPr lang="en-US" b="true" sz="2000" spc="18">
                <a:solidFill>
                  <a:srgbClr val="7B6861"/>
                </a:solidFill>
                <a:latin typeface="Quicksand Medium"/>
                <a:ea typeface="Quicksand Medium"/>
                <a:cs typeface="Quicksand Medium"/>
                <a:sym typeface="Quicksand Medium"/>
              </a:rPr>
              <a:t>Rotational to Linear Motion: A DC motor rotates the Archimedes screw. As the screw turns inside its housing, it transforms the rotational movement into a continuous upward linear lifting force.</a:t>
            </a:r>
          </a:p>
          <a:p>
            <a:pPr algn="l">
              <a:lnSpc>
                <a:spcPts val="2720"/>
              </a:lnSpc>
            </a:pPr>
          </a:p>
          <a:p>
            <a:pPr algn="l" marL="431801" indent="-215900" lvl="1">
              <a:lnSpc>
                <a:spcPts val="2720"/>
              </a:lnSpc>
              <a:buFont typeface="Arial"/>
              <a:buChar char="•"/>
            </a:pPr>
            <a:r>
              <a:rPr lang="en-US" b="true" sz="2000" spc="18">
                <a:solidFill>
                  <a:srgbClr val="7B6861"/>
                </a:solidFill>
                <a:latin typeface="Quicksand Medium"/>
                <a:ea typeface="Quicksand Medium"/>
                <a:cs typeface="Quicksand Medium"/>
                <a:sym typeface="Quicksand Medium"/>
              </a:rPr>
              <a:t>Discharge: At the top, the ball rolls out of the screw directly into the shooting mechanism's launching ramp</a:t>
            </a:r>
          </a:p>
          <a:p>
            <a:pPr algn="l">
              <a:lnSpc>
                <a:spcPts val="2720"/>
              </a:lnSpc>
            </a:pPr>
          </a:p>
          <a:p>
            <a:pPr algn="l" marL="0" indent="0" lvl="0">
              <a:lnSpc>
                <a:spcPts val="272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9EB6B6"/>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3107383">
            <a:off x="-1604021" y="-2270324"/>
            <a:ext cx="4241006" cy="4459949"/>
          </a:xfrm>
          <a:custGeom>
            <a:avLst/>
            <a:gdLst/>
            <a:ahLst/>
            <a:cxnLst/>
            <a:rect r="r" b="b" t="t" l="l"/>
            <a:pathLst>
              <a:path h="4459949" w="4241006">
                <a:moveTo>
                  <a:pt x="0" y="0"/>
                </a:moveTo>
                <a:lnTo>
                  <a:pt x="4241005" y="0"/>
                </a:lnTo>
                <a:lnTo>
                  <a:pt x="4241005" y="4459948"/>
                </a:lnTo>
                <a:lnTo>
                  <a:pt x="0" y="4459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584346">
            <a:off x="14375501" y="-185488"/>
            <a:ext cx="4149033" cy="3779392"/>
          </a:xfrm>
          <a:custGeom>
            <a:avLst/>
            <a:gdLst/>
            <a:ahLst/>
            <a:cxnLst/>
            <a:rect r="r" b="b" t="t" l="l"/>
            <a:pathLst>
              <a:path h="3779392" w="4149033">
                <a:moveTo>
                  <a:pt x="0" y="0"/>
                </a:moveTo>
                <a:lnTo>
                  <a:pt x="4149033" y="0"/>
                </a:lnTo>
                <a:lnTo>
                  <a:pt x="4149033" y="3779391"/>
                </a:lnTo>
                <a:lnTo>
                  <a:pt x="0" y="377939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1302171">
            <a:off x="5033140" y="-1475183"/>
            <a:ext cx="3696358" cy="2950366"/>
          </a:xfrm>
          <a:custGeom>
            <a:avLst/>
            <a:gdLst/>
            <a:ahLst/>
            <a:cxnLst/>
            <a:rect r="r" b="b" t="t" l="l"/>
            <a:pathLst>
              <a:path h="2950366" w="3696358">
                <a:moveTo>
                  <a:pt x="0" y="0"/>
                </a:moveTo>
                <a:lnTo>
                  <a:pt x="3696357" y="0"/>
                </a:lnTo>
                <a:lnTo>
                  <a:pt x="3696357" y="2950366"/>
                </a:lnTo>
                <a:lnTo>
                  <a:pt x="0" y="2950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7" id="17"/>
          <p:cNvSpPr txBox="true"/>
          <p:nvPr/>
        </p:nvSpPr>
        <p:spPr>
          <a:xfrm rot="0">
            <a:off x="1569297" y="635286"/>
            <a:ext cx="7131346" cy="2366443"/>
          </a:xfrm>
          <a:prstGeom prst="rect">
            <a:avLst/>
          </a:prstGeom>
        </p:spPr>
        <p:txBody>
          <a:bodyPr anchor="t" rtlCol="false" tIns="0" lIns="0" bIns="0" rIns="0">
            <a:spAutoFit/>
          </a:bodyPr>
          <a:lstStyle/>
          <a:p>
            <a:pPr algn="ctr">
              <a:lnSpc>
                <a:spcPts val="9001"/>
              </a:lnSpc>
            </a:pPr>
            <a:r>
              <a:rPr lang="en-US" sz="9575" spc="-478">
                <a:solidFill>
                  <a:srgbClr val="FFFFFF"/>
                </a:solidFill>
                <a:latin typeface="210 클레이토이"/>
                <a:ea typeface="210 클레이토이"/>
                <a:cs typeface="210 클레이토이"/>
                <a:sym typeface="210 클레이토이"/>
              </a:rPr>
              <a:t>MECHANICAL ELEMENTS</a:t>
            </a:r>
          </a:p>
        </p:txBody>
      </p:sp>
      <p:sp>
        <p:nvSpPr>
          <p:cNvPr name="Freeform 18" id="18"/>
          <p:cNvSpPr/>
          <p:nvPr/>
        </p:nvSpPr>
        <p:spPr>
          <a:xfrm flipH="false" flipV="false" rot="0">
            <a:off x="1825707" y="2799085"/>
            <a:ext cx="6695646" cy="730434"/>
          </a:xfrm>
          <a:custGeom>
            <a:avLst/>
            <a:gdLst/>
            <a:ahLst/>
            <a:cxnLst/>
            <a:rect r="r" b="b" t="t" l="l"/>
            <a:pathLst>
              <a:path h="730434" w="6695646">
                <a:moveTo>
                  <a:pt x="0" y="0"/>
                </a:moveTo>
                <a:lnTo>
                  <a:pt x="6695646" y="0"/>
                </a:lnTo>
                <a:lnTo>
                  <a:pt x="6695646" y="730435"/>
                </a:lnTo>
                <a:lnTo>
                  <a:pt x="0" y="73043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1" id="21"/>
          <p:cNvGrpSpPr/>
          <p:nvPr/>
        </p:nvGrpSpPr>
        <p:grpSpPr>
          <a:xfrm rot="0">
            <a:off x="1028700" y="3917599"/>
            <a:ext cx="8314835" cy="5897344"/>
            <a:chOff x="0" y="0"/>
            <a:chExt cx="2189915" cy="1553210"/>
          </a:xfrm>
        </p:grpSpPr>
        <p:sp>
          <p:nvSpPr>
            <p:cNvPr name="Freeform 22" id="22"/>
            <p:cNvSpPr/>
            <p:nvPr/>
          </p:nvSpPr>
          <p:spPr>
            <a:xfrm flipH="false" flipV="false" rot="0">
              <a:off x="0" y="0"/>
              <a:ext cx="2189915" cy="1553210"/>
            </a:xfrm>
            <a:custGeom>
              <a:avLst/>
              <a:gdLst/>
              <a:ahLst/>
              <a:cxnLst/>
              <a:rect r="r" b="b" t="t" l="l"/>
              <a:pathLst>
                <a:path h="1553210" w="2189915">
                  <a:moveTo>
                    <a:pt x="29795" y="0"/>
                  </a:moveTo>
                  <a:lnTo>
                    <a:pt x="2160120" y="0"/>
                  </a:lnTo>
                  <a:cubicBezTo>
                    <a:pt x="2168022" y="0"/>
                    <a:pt x="2175601" y="3139"/>
                    <a:pt x="2181189" y="8727"/>
                  </a:cubicBezTo>
                  <a:cubicBezTo>
                    <a:pt x="2186776" y="14314"/>
                    <a:pt x="2189915" y="21893"/>
                    <a:pt x="2189915" y="29795"/>
                  </a:cubicBezTo>
                  <a:lnTo>
                    <a:pt x="2189915" y="1523415"/>
                  </a:lnTo>
                  <a:cubicBezTo>
                    <a:pt x="2189915" y="1531317"/>
                    <a:pt x="2186776" y="1538895"/>
                    <a:pt x="2181189" y="1544483"/>
                  </a:cubicBezTo>
                  <a:cubicBezTo>
                    <a:pt x="2175601" y="1550071"/>
                    <a:pt x="2168022" y="1553210"/>
                    <a:pt x="2160120" y="1553210"/>
                  </a:cubicBezTo>
                  <a:lnTo>
                    <a:pt x="29795" y="1553210"/>
                  </a:lnTo>
                  <a:cubicBezTo>
                    <a:pt x="21893" y="1553210"/>
                    <a:pt x="14314" y="1550071"/>
                    <a:pt x="8727" y="1544483"/>
                  </a:cubicBezTo>
                  <a:cubicBezTo>
                    <a:pt x="3139" y="1538895"/>
                    <a:pt x="0" y="1531317"/>
                    <a:pt x="0" y="1523415"/>
                  </a:cubicBezTo>
                  <a:lnTo>
                    <a:pt x="0" y="29795"/>
                  </a:lnTo>
                  <a:cubicBezTo>
                    <a:pt x="0" y="21893"/>
                    <a:pt x="3139" y="14314"/>
                    <a:pt x="8727" y="8727"/>
                  </a:cubicBezTo>
                  <a:cubicBezTo>
                    <a:pt x="14314" y="3139"/>
                    <a:pt x="21893" y="0"/>
                    <a:pt x="29795" y="0"/>
                  </a:cubicBezTo>
                  <a:close/>
                </a:path>
              </a:pathLst>
            </a:custGeom>
            <a:solidFill>
              <a:srgbClr val="FFFFFF"/>
            </a:solidFill>
            <a:ln w="47625" cap="rnd">
              <a:solidFill>
                <a:srgbClr val="998178"/>
              </a:solidFill>
              <a:prstDash val="solid"/>
              <a:round/>
            </a:ln>
          </p:spPr>
        </p:sp>
        <p:sp>
          <p:nvSpPr>
            <p:cNvPr name="TextBox 23" id="23"/>
            <p:cNvSpPr txBox="true"/>
            <p:nvPr/>
          </p:nvSpPr>
          <p:spPr>
            <a:xfrm>
              <a:off x="0" y="-38100"/>
              <a:ext cx="2189915" cy="159131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9565145" y="-1689219"/>
            <a:ext cx="8143755" cy="10437477"/>
            <a:chOff x="0" y="0"/>
            <a:chExt cx="2144857" cy="2748965"/>
          </a:xfrm>
        </p:grpSpPr>
        <p:sp>
          <p:nvSpPr>
            <p:cNvPr name="Freeform 25" id="25"/>
            <p:cNvSpPr/>
            <p:nvPr/>
          </p:nvSpPr>
          <p:spPr>
            <a:xfrm flipH="false" flipV="false" rot="0">
              <a:off x="0" y="0"/>
              <a:ext cx="2144857" cy="2748965"/>
            </a:xfrm>
            <a:custGeom>
              <a:avLst/>
              <a:gdLst/>
              <a:ahLst/>
              <a:cxnLst/>
              <a:rect r="r" b="b" t="t" l="l"/>
              <a:pathLst>
                <a:path h="2748965" w="2144857">
                  <a:moveTo>
                    <a:pt x="30421" y="0"/>
                  </a:moveTo>
                  <a:lnTo>
                    <a:pt x="2114436" y="0"/>
                  </a:lnTo>
                  <a:cubicBezTo>
                    <a:pt x="2122504" y="0"/>
                    <a:pt x="2130242" y="3205"/>
                    <a:pt x="2135947" y="8910"/>
                  </a:cubicBezTo>
                  <a:cubicBezTo>
                    <a:pt x="2141652" y="14615"/>
                    <a:pt x="2144857" y="22353"/>
                    <a:pt x="2144857" y="30421"/>
                  </a:cubicBezTo>
                  <a:lnTo>
                    <a:pt x="2144857" y="2718544"/>
                  </a:lnTo>
                  <a:cubicBezTo>
                    <a:pt x="2144857" y="2726612"/>
                    <a:pt x="2141652" y="2734350"/>
                    <a:pt x="2135947" y="2740055"/>
                  </a:cubicBezTo>
                  <a:cubicBezTo>
                    <a:pt x="2130242" y="2745760"/>
                    <a:pt x="2122504" y="2748965"/>
                    <a:pt x="2114436" y="2748965"/>
                  </a:cubicBezTo>
                  <a:lnTo>
                    <a:pt x="30421" y="2748965"/>
                  </a:lnTo>
                  <a:cubicBezTo>
                    <a:pt x="22353" y="2748965"/>
                    <a:pt x="14615" y="2745760"/>
                    <a:pt x="8910" y="2740055"/>
                  </a:cubicBezTo>
                  <a:cubicBezTo>
                    <a:pt x="3205" y="2734350"/>
                    <a:pt x="0" y="2726612"/>
                    <a:pt x="0" y="2718544"/>
                  </a:cubicBezTo>
                  <a:lnTo>
                    <a:pt x="0" y="30421"/>
                  </a:lnTo>
                  <a:cubicBezTo>
                    <a:pt x="0" y="22353"/>
                    <a:pt x="3205" y="14615"/>
                    <a:pt x="8910" y="8910"/>
                  </a:cubicBezTo>
                  <a:cubicBezTo>
                    <a:pt x="14615" y="3205"/>
                    <a:pt x="22353" y="0"/>
                    <a:pt x="30421" y="0"/>
                  </a:cubicBezTo>
                  <a:close/>
                </a:path>
              </a:pathLst>
            </a:custGeom>
            <a:solidFill>
              <a:srgbClr val="FFFFFF"/>
            </a:solidFill>
            <a:ln w="47625" cap="rnd">
              <a:solidFill>
                <a:srgbClr val="998178"/>
              </a:solidFill>
              <a:prstDash val="solid"/>
              <a:round/>
            </a:ln>
          </p:spPr>
        </p:sp>
        <p:sp>
          <p:nvSpPr>
            <p:cNvPr name="TextBox 26" id="26"/>
            <p:cNvSpPr txBox="true"/>
            <p:nvPr/>
          </p:nvSpPr>
          <p:spPr>
            <a:xfrm>
              <a:off x="0" y="-38100"/>
              <a:ext cx="2144857" cy="2787065"/>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0082570" y="1028700"/>
            <a:ext cx="7108904" cy="7323767"/>
            <a:chOff x="0" y="0"/>
            <a:chExt cx="1872304" cy="1928893"/>
          </a:xfrm>
        </p:grpSpPr>
        <p:sp>
          <p:nvSpPr>
            <p:cNvPr name="Freeform 28" id="28"/>
            <p:cNvSpPr/>
            <p:nvPr/>
          </p:nvSpPr>
          <p:spPr>
            <a:xfrm flipH="false" flipV="false" rot="0">
              <a:off x="0" y="0"/>
              <a:ext cx="1872304" cy="1928894"/>
            </a:xfrm>
            <a:custGeom>
              <a:avLst/>
              <a:gdLst/>
              <a:ahLst/>
              <a:cxnLst/>
              <a:rect r="r" b="b" t="t" l="l"/>
              <a:pathLst>
                <a:path h="1928894" w="1872304">
                  <a:moveTo>
                    <a:pt x="28315" y="0"/>
                  </a:moveTo>
                  <a:lnTo>
                    <a:pt x="1843989" y="0"/>
                  </a:lnTo>
                  <a:cubicBezTo>
                    <a:pt x="1859627" y="0"/>
                    <a:pt x="1872304" y="12677"/>
                    <a:pt x="1872304" y="28315"/>
                  </a:cubicBezTo>
                  <a:lnTo>
                    <a:pt x="1872304" y="1900578"/>
                  </a:lnTo>
                  <a:cubicBezTo>
                    <a:pt x="1872304" y="1916216"/>
                    <a:pt x="1859627" y="1928894"/>
                    <a:pt x="1843989" y="1928894"/>
                  </a:cubicBezTo>
                  <a:lnTo>
                    <a:pt x="28315" y="1928894"/>
                  </a:lnTo>
                  <a:cubicBezTo>
                    <a:pt x="12677" y="1928894"/>
                    <a:pt x="0" y="1916216"/>
                    <a:pt x="0" y="1900578"/>
                  </a:cubicBezTo>
                  <a:lnTo>
                    <a:pt x="0" y="28315"/>
                  </a:lnTo>
                  <a:cubicBezTo>
                    <a:pt x="0" y="12677"/>
                    <a:pt x="12677" y="0"/>
                    <a:pt x="28315" y="0"/>
                  </a:cubicBezTo>
                  <a:close/>
                </a:path>
              </a:pathLst>
            </a:custGeom>
            <a:solidFill>
              <a:srgbClr val="FFFFFF"/>
            </a:solidFill>
            <a:ln w="38100" cap="rnd">
              <a:solidFill>
                <a:srgbClr val="BF9585"/>
              </a:solidFill>
              <a:prstDash val="lgDash"/>
              <a:round/>
            </a:ln>
          </p:spPr>
        </p:sp>
        <p:sp>
          <p:nvSpPr>
            <p:cNvPr name="TextBox 29" id="29"/>
            <p:cNvSpPr txBox="true"/>
            <p:nvPr/>
          </p:nvSpPr>
          <p:spPr>
            <a:xfrm>
              <a:off x="0" y="-38100"/>
              <a:ext cx="1872304" cy="196699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30" id="30"/>
          <p:cNvSpPr/>
          <p:nvPr/>
        </p:nvSpPr>
        <p:spPr>
          <a:xfrm flipH="false" flipV="false" rot="0">
            <a:off x="1273602" y="4098908"/>
            <a:ext cx="7870398" cy="5467373"/>
          </a:xfrm>
          <a:custGeom>
            <a:avLst/>
            <a:gdLst/>
            <a:ahLst/>
            <a:cxnLst/>
            <a:rect r="r" b="b" t="t" l="l"/>
            <a:pathLst>
              <a:path h="5467373" w="7870398">
                <a:moveTo>
                  <a:pt x="0" y="0"/>
                </a:moveTo>
                <a:lnTo>
                  <a:pt x="7870398" y="0"/>
                </a:lnTo>
                <a:lnTo>
                  <a:pt x="7870398" y="5467372"/>
                </a:lnTo>
                <a:lnTo>
                  <a:pt x="0" y="5467372"/>
                </a:lnTo>
                <a:lnTo>
                  <a:pt x="0" y="0"/>
                </a:lnTo>
                <a:close/>
              </a:path>
            </a:pathLst>
          </a:custGeom>
          <a:blipFill>
            <a:blip r:embed="rId18"/>
            <a:stretch>
              <a:fillRect l="-21431" t="0" r="-21431" b="0"/>
            </a:stretch>
          </a:blipFill>
        </p:spPr>
      </p:sp>
      <p:sp>
        <p:nvSpPr>
          <p:cNvPr name="TextBox 31" id="31"/>
          <p:cNvSpPr txBox="true"/>
          <p:nvPr/>
        </p:nvSpPr>
        <p:spPr>
          <a:xfrm rot="0">
            <a:off x="10232165" y="1132524"/>
            <a:ext cx="6809715" cy="7189597"/>
          </a:xfrm>
          <a:prstGeom prst="rect">
            <a:avLst/>
          </a:prstGeom>
        </p:spPr>
        <p:txBody>
          <a:bodyPr anchor="t" rtlCol="false" tIns="0" lIns="0" bIns="0" rIns="0">
            <a:spAutoFit/>
          </a:bodyPr>
          <a:lstStyle/>
          <a:p>
            <a:pPr algn="l" marL="0" indent="0" lvl="0">
              <a:lnSpc>
                <a:spcPts val="2599"/>
              </a:lnSpc>
              <a:spcBef>
                <a:spcPct val="0"/>
              </a:spcBef>
            </a:pPr>
            <a:r>
              <a:rPr lang="en-US" b="true" sz="1911" spc="17">
                <a:solidFill>
                  <a:srgbClr val="7B6861"/>
                </a:solidFill>
                <a:latin typeface="Quicksand Medium"/>
                <a:ea typeface="Quicksand Medium"/>
                <a:cs typeface="Quicksand Medium"/>
                <a:sym typeface="Quicksand Medium"/>
              </a:rPr>
              <a:t>M</a:t>
            </a:r>
            <a:r>
              <a:rPr lang="en-US" b="true" sz="1911" spc="17" strike="noStrike" u="none">
                <a:solidFill>
                  <a:srgbClr val="7B6861"/>
                </a:solidFill>
                <a:latin typeface="Quicksand Medium"/>
                <a:ea typeface="Quicksand Medium"/>
                <a:cs typeface="Quicksand Medium"/>
                <a:sym typeface="Quicksand Medium"/>
              </a:rPr>
              <a:t>ec</a:t>
            </a:r>
            <a:r>
              <a:rPr lang="en-US" b="true" sz="1911" spc="17" strike="noStrike" u="none">
                <a:solidFill>
                  <a:srgbClr val="7B6861"/>
                </a:solidFill>
                <a:latin typeface="Quicksand Medium"/>
                <a:ea typeface="Quicksand Medium"/>
                <a:cs typeface="Quicksand Medium"/>
                <a:sym typeface="Quicksand Medium"/>
              </a:rPr>
              <a:t>h</a:t>
            </a:r>
            <a:r>
              <a:rPr lang="en-US" b="true" sz="1911" spc="17" strike="noStrike" u="none">
                <a:solidFill>
                  <a:srgbClr val="7B6861"/>
                </a:solidFill>
                <a:latin typeface="Quicksand Medium"/>
                <a:ea typeface="Quicksand Medium"/>
                <a:cs typeface="Quicksand Medium"/>
                <a:sym typeface="Quicksand Medium"/>
              </a:rPr>
              <a:t>anism </a:t>
            </a:r>
            <a:r>
              <a:rPr lang="en-US" b="true" sz="1911" spc="17" strike="noStrike" u="none">
                <a:solidFill>
                  <a:srgbClr val="7B6861"/>
                </a:solidFill>
                <a:latin typeface="Quicksand Medium"/>
                <a:ea typeface="Quicksand Medium"/>
                <a:cs typeface="Quicksand Medium"/>
                <a:sym typeface="Quicksand Medium"/>
              </a:rPr>
              <a:t>Typ</a:t>
            </a:r>
            <a:r>
              <a:rPr lang="en-US" b="true" sz="1911" spc="17" strike="noStrike" u="none">
                <a:solidFill>
                  <a:srgbClr val="7B6861"/>
                </a:solidFill>
                <a:latin typeface="Quicksand Medium"/>
                <a:ea typeface="Quicksand Medium"/>
                <a:cs typeface="Quicksand Medium"/>
                <a:sym typeface="Quicksand Medium"/>
              </a:rPr>
              <a:t>e</a:t>
            </a:r>
            <a:r>
              <a:rPr lang="en-US" b="true" sz="1911" spc="17" strike="noStrike" u="none">
                <a:solidFill>
                  <a:srgbClr val="7B6861"/>
                </a:solidFill>
                <a:latin typeface="Quicksand Medium"/>
                <a:ea typeface="Quicksand Medium"/>
                <a:cs typeface="Quicksand Medium"/>
                <a:sym typeface="Quicksand Medium"/>
              </a:rPr>
              <a:t>:</a:t>
            </a:r>
            <a:r>
              <a:rPr lang="en-US" b="true" sz="1911" spc="17" strike="noStrike" u="none">
                <a:solidFill>
                  <a:srgbClr val="7B6861"/>
                </a:solidFill>
                <a:latin typeface="Quicksand Medium"/>
                <a:ea typeface="Quicksand Medium"/>
                <a:cs typeface="Quicksand Medium"/>
                <a:sym typeface="Quicksand Medium"/>
              </a:rPr>
              <a:t> </a:t>
            </a:r>
            <a:r>
              <a:rPr lang="en-US" b="true" sz="1911" spc="17" strike="noStrike" u="none">
                <a:solidFill>
                  <a:srgbClr val="7B6861"/>
                </a:solidFill>
                <a:latin typeface="Quicksand Medium"/>
                <a:ea typeface="Quicksand Medium"/>
                <a:cs typeface="Quicksand Medium"/>
                <a:sym typeface="Quicksand Medium"/>
              </a:rPr>
              <a:t>DC</a:t>
            </a:r>
            <a:r>
              <a:rPr lang="en-US" b="true" sz="1911" spc="17" strike="noStrike" u="none">
                <a:solidFill>
                  <a:srgbClr val="7B6861"/>
                </a:solidFill>
                <a:latin typeface="Quicksand Medium"/>
                <a:ea typeface="Quicksand Medium"/>
                <a:cs typeface="Quicksand Medium"/>
                <a:sym typeface="Quicksand Medium"/>
              </a:rPr>
              <a:t> </a:t>
            </a:r>
            <a:r>
              <a:rPr lang="en-US" b="true" sz="1911" spc="17" strike="noStrike" u="none">
                <a:solidFill>
                  <a:srgbClr val="7B6861"/>
                </a:solidFill>
                <a:latin typeface="Quicksand Medium"/>
                <a:ea typeface="Quicksand Medium"/>
                <a:cs typeface="Quicksand Medium"/>
                <a:sym typeface="Quicksand Medium"/>
              </a:rPr>
              <a:t>M</a:t>
            </a:r>
            <a:r>
              <a:rPr lang="en-US" b="true" sz="1911" spc="17" strike="noStrike" u="none">
                <a:solidFill>
                  <a:srgbClr val="7B6861"/>
                </a:solidFill>
                <a:latin typeface="Quicksand Medium"/>
                <a:ea typeface="Quicksand Medium"/>
                <a:cs typeface="Quicksand Medium"/>
                <a:sym typeface="Quicksand Medium"/>
              </a:rPr>
              <a:t>ot</a:t>
            </a:r>
            <a:r>
              <a:rPr lang="en-US" b="true" sz="1911" spc="17" strike="noStrike" u="none">
                <a:solidFill>
                  <a:srgbClr val="7B6861"/>
                </a:solidFill>
                <a:latin typeface="Quicksand Medium"/>
                <a:ea typeface="Quicksand Medium"/>
                <a:cs typeface="Quicksand Medium"/>
                <a:sym typeface="Quicksand Medium"/>
              </a:rPr>
              <a:t>or</a:t>
            </a:r>
            <a:r>
              <a:rPr lang="en-US" b="true" sz="1911" spc="17" strike="noStrike" u="none">
                <a:solidFill>
                  <a:srgbClr val="7B6861"/>
                </a:solidFill>
                <a:latin typeface="Quicksand Medium"/>
                <a:ea typeface="Quicksand Medium"/>
                <a:cs typeface="Quicksand Medium"/>
                <a:sym typeface="Quicksand Medium"/>
              </a:rPr>
              <a:t> </a:t>
            </a:r>
            <a:r>
              <a:rPr lang="en-US" b="true" sz="1911" spc="17" strike="noStrike" u="none">
                <a:solidFill>
                  <a:srgbClr val="7B6861"/>
                </a:solidFill>
                <a:latin typeface="Quicksand Medium"/>
                <a:ea typeface="Quicksand Medium"/>
                <a:cs typeface="Quicksand Medium"/>
                <a:sym typeface="Quicksand Medium"/>
              </a:rPr>
              <a:t>D</a:t>
            </a:r>
            <a:r>
              <a:rPr lang="en-US" b="true" sz="1911" spc="17" strike="noStrike" u="none">
                <a:solidFill>
                  <a:srgbClr val="7B6861"/>
                </a:solidFill>
                <a:latin typeface="Quicksand Medium"/>
                <a:ea typeface="Quicksand Medium"/>
                <a:cs typeface="Quicksand Medium"/>
                <a:sym typeface="Quicksand Medium"/>
              </a:rPr>
              <a:t>ri</a:t>
            </a:r>
            <a:r>
              <a:rPr lang="en-US" b="true" sz="1911" spc="17" strike="noStrike" u="none">
                <a:solidFill>
                  <a:srgbClr val="7B6861"/>
                </a:solidFill>
                <a:latin typeface="Quicksand Medium"/>
                <a:ea typeface="Quicksand Medium"/>
                <a:cs typeface="Quicksand Medium"/>
                <a:sym typeface="Quicksand Medium"/>
              </a:rPr>
              <a:t>v</a:t>
            </a:r>
            <a:r>
              <a:rPr lang="en-US" b="true" sz="1911" spc="17" strike="noStrike" u="none">
                <a:solidFill>
                  <a:srgbClr val="7B6861"/>
                </a:solidFill>
                <a:latin typeface="Quicksand Medium"/>
                <a:ea typeface="Quicksand Medium"/>
                <a:cs typeface="Quicksand Medium"/>
                <a:sym typeface="Quicksand Medium"/>
              </a:rPr>
              <a:t>en S</a:t>
            </a:r>
            <a:r>
              <a:rPr lang="en-US" b="true" sz="1911" spc="17" strike="noStrike" u="none">
                <a:solidFill>
                  <a:srgbClr val="7B6861"/>
                </a:solidFill>
                <a:latin typeface="Quicksand Medium"/>
                <a:ea typeface="Quicksand Medium"/>
                <a:cs typeface="Quicksand Medium"/>
                <a:sym typeface="Quicksand Medium"/>
              </a:rPr>
              <a:t>tr</a:t>
            </a:r>
            <a:r>
              <a:rPr lang="en-US" b="true" sz="1911" spc="17" strike="noStrike" u="none">
                <a:solidFill>
                  <a:srgbClr val="7B6861"/>
                </a:solidFill>
                <a:latin typeface="Quicksand Medium"/>
                <a:ea typeface="Quicksand Medium"/>
                <a:cs typeface="Quicksand Medium"/>
                <a:sym typeface="Quicksand Medium"/>
              </a:rPr>
              <a:t>i</a:t>
            </a:r>
            <a:r>
              <a:rPr lang="en-US" b="true" sz="1911" spc="17" strike="noStrike" u="none">
                <a:solidFill>
                  <a:srgbClr val="7B6861"/>
                </a:solidFill>
                <a:latin typeface="Quicksand Medium"/>
                <a:ea typeface="Quicksand Medium"/>
                <a:cs typeface="Quicksand Medium"/>
                <a:sym typeface="Quicksand Medium"/>
              </a:rPr>
              <a:t>k</a:t>
            </a:r>
            <a:r>
              <a:rPr lang="en-US" b="true" sz="1911" spc="17" strike="noStrike" u="none">
                <a:solidFill>
                  <a:srgbClr val="7B6861"/>
                </a:solidFill>
                <a:latin typeface="Quicksand Medium"/>
                <a:ea typeface="Quicksand Medium"/>
                <a:cs typeface="Quicksand Medium"/>
                <a:sym typeface="Quicksand Medium"/>
              </a:rPr>
              <a:t>er.</a:t>
            </a:r>
          </a:p>
          <a:p>
            <a:pPr algn="l" marL="0" indent="0" lvl="0">
              <a:lnSpc>
                <a:spcPts val="2599"/>
              </a:lnSpc>
              <a:spcBef>
                <a:spcPct val="0"/>
              </a:spcBef>
            </a:pPr>
            <a:r>
              <a:rPr lang="en-US" b="true" sz="1911" spc="17" strike="noStrike" u="none">
                <a:solidFill>
                  <a:srgbClr val="7B6861"/>
                </a:solidFill>
                <a:latin typeface="Quicksand Medium"/>
                <a:ea typeface="Quicksand Medium"/>
                <a:cs typeface="Quicksand Medium"/>
                <a:sym typeface="Quicksand Medium"/>
              </a:rPr>
              <a:t> </a:t>
            </a:r>
          </a:p>
          <a:p>
            <a:pPr algn="l" marL="0" indent="0" lvl="0">
              <a:lnSpc>
                <a:spcPts val="2599"/>
              </a:lnSpc>
              <a:spcBef>
                <a:spcPct val="0"/>
              </a:spcBef>
            </a:pPr>
            <a:r>
              <a:rPr lang="en-US" b="true" sz="1911" spc="17" strike="noStrike" u="none">
                <a:solidFill>
                  <a:srgbClr val="7B6861"/>
                </a:solidFill>
                <a:latin typeface="Quicksand Medium"/>
                <a:ea typeface="Quicksand Medium"/>
                <a:cs typeface="Quicksand Medium"/>
                <a:sym typeface="Quicksand Medium"/>
              </a:rPr>
              <a:t>Arm</a:t>
            </a:r>
            <a:r>
              <a:rPr lang="en-US" b="true" sz="1911" spc="17" strike="noStrike" u="none">
                <a:solidFill>
                  <a:srgbClr val="7B6861"/>
                </a:solidFill>
                <a:latin typeface="Quicksand Medium"/>
                <a:ea typeface="Quicksand Medium"/>
                <a:cs typeface="Quicksand Medium"/>
                <a:sym typeface="Quicksand Medium"/>
              </a:rPr>
              <a:t>Purpose: Launching the ball using projectile motion to loop it back into the sorting area, completing the gameplay cycle.</a:t>
            </a:r>
          </a:p>
          <a:p>
            <a:pPr algn="l" marL="0" indent="0" lvl="0">
              <a:lnSpc>
                <a:spcPts val="2599"/>
              </a:lnSpc>
              <a:spcBef>
                <a:spcPct val="0"/>
              </a:spcBef>
            </a:pPr>
          </a:p>
          <a:p>
            <a:pPr algn="l" marL="0" indent="0" lvl="0">
              <a:lnSpc>
                <a:spcPts val="2599"/>
              </a:lnSpc>
              <a:spcBef>
                <a:spcPct val="0"/>
              </a:spcBef>
            </a:pPr>
            <a:r>
              <a:rPr lang="en-US" b="true" sz="1911" spc="17" strike="noStrike" u="none">
                <a:solidFill>
                  <a:srgbClr val="7B6861"/>
                </a:solidFill>
                <a:latin typeface="Quicksand Medium"/>
                <a:ea typeface="Quicksand Medium"/>
                <a:cs typeface="Quicksand Medium"/>
                <a:sym typeface="Quicksand Medium"/>
              </a:rPr>
              <a:t>Ball Positioning: After exiting the Archimedes screw, the ball rolls down and nests perfectly into the designated launching pocket.</a:t>
            </a:r>
          </a:p>
          <a:p>
            <a:pPr algn="l" marL="0" indent="0" lvl="0">
              <a:lnSpc>
                <a:spcPts val="2599"/>
              </a:lnSpc>
              <a:spcBef>
                <a:spcPct val="0"/>
              </a:spcBef>
            </a:pPr>
          </a:p>
          <a:p>
            <a:pPr algn="l" marL="0" indent="0" lvl="0">
              <a:lnSpc>
                <a:spcPts val="2599"/>
              </a:lnSpc>
              <a:spcBef>
                <a:spcPct val="0"/>
              </a:spcBef>
            </a:pPr>
            <a:r>
              <a:rPr lang="en-US" b="true" sz="1911" spc="17" strike="noStrike" u="none">
                <a:solidFill>
                  <a:srgbClr val="7B6861"/>
                </a:solidFill>
                <a:latin typeface="Quicksand Medium"/>
                <a:ea typeface="Quicksand Medium"/>
                <a:cs typeface="Quicksand Medium"/>
                <a:sym typeface="Quicksand Medium"/>
              </a:rPr>
              <a:t>Actuation &amp; Striking: A high-speed DC motor rotates a rigid striker arm.</a:t>
            </a:r>
          </a:p>
          <a:p>
            <a:pPr algn="l" marL="0" indent="0" lvl="0">
              <a:lnSpc>
                <a:spcPts val="2599"/>
              </a:lnSpc>
              <a:spcBef>
                <a:spcPct val="0"/>
              </a:spcBef>
            </a:pPr>
          </a:p>
          <a:p>
            <a:pPr algn="l" marL="0" indent="0" lvl="0">
              <a:lnSpc>
                <a:spcPts val="2599"/>
              </a:lnSpc>
              <a:spcBef>
                <a:spcPct val="0"/>
              </a:spcBef>
            </a:pPr>
            <a:r>
              <a:rPr lang="en-US" b="true" sz="1911" spc="17" strike="noStrike" u="none">
                <a:solidFill>
                  <a:srgbClr val="7B6861"/>
                </a:solidFill>
                <a:latin typeface="Quicksand Medium"/>
                <a:ea typeface="Quicksand Medium"/>
                <a:cs typeface="Quicksand Medium"/>
                <a:sym typeface="Quicksand Medium"/>
              </a:rPr>
              <a:t>Energy Transfer: As the arm rotates, it hits the stationary ball with an impact force, transferring kinetic energy to it instantly.</a:t>
            </a:r>
          </a:p>
          <a:p>
            <a:pPr algn="l">
              <a:lnSpc>
                <a:spcPts val="2599"/>
              </a:lnSpc>
              <a:spcBef>
                <a:spcPct val="0"/>
              </a:spcBef>
            </a:pPr>
          </a:p>
          <a:p>
            <a:pPr algn="l">
              <a:lnSpc>
                <a:spcPts val="2599"/>
              </a:lnSpc>
              <a:spcBef>
                <a:spcPct val="0"/>
              </a:spcBef>
            </a:pPr>
            <a:r>
              <a:rPr lang="en-US" b="true" sz="1911" spc="17" strike="noStrike" u="none">
                <a:solidFill>
                  <a:srgbClr val="7B6861"/>
                </a:solidFill>
                <a:latin typeface="Quicksand Medium"/>
                <a:ea typeface="Quicksand Medium"/>
                <a:cs typeface="Quicksand Medium"/>
                <a:sym typeface="Quicksand Medium"/>
              </a:rPr>
              <a:t>Projectile Launch: The ball leaves the curved ramp at a specific launch angle, converting the impact into a precise Projectile Motion</a:t>
            </a:r>
          </a:p>
          <a:p>
            <a:pPr algn="l" marL="0" indent="0" lvl="0">
              <a:lnSpc>
                <a:spcPts val="2599"/>
              </a:lnSpc>
              <a:spcBef>
                <a:spcPct val="0"/>
              </a:spcBef>
            </a:pPr>
          </a:p>
          <a:p>
            <a:pPr algn="l" marL="0" indent="0" lvl="0">
              <a:lnSpc>
                <a:spcPts val="259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4" id="14"/>
          <p:cNvSpPr/>
          <p:nvPr/>
        </p:nvSpPr>
        <p:spPr>
          <a:xfrm flipH="false" flipV="false" rot="3107383">
            <a:off x="-1604021" y="-2270324"/>
            <a:ext cx="4241006" cy="4459949"/>
          </a:xfrm>
          <a:custGeom>
            <a:avLst/>
            <a:gdLst/>
            <a:ahLst/>
            <a:cxnLst/>
            <a:rect r="r" b="b" t="t" l="l"/>
            <a:pathLst>
              <a:path h="4459949" w="4241006">
                <a:moveTo>
                  <a:pt x="0" y="0"/>
                </a:moveTo>
                <a:lnTo>
                  <a:pt x="4241005" y="0"/>
                </a:lnTo>
                <a:lnTo>
                  <a:pt x="4241005" y="4459948"/>
                </a:lnTo>
                <a:lnTo>
                  <a:pt x="0" y="4459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5" id="15"/>
          <p:cNvSpPr/>
          <p:nvPr/>
        </p:nvSpPr>
        <p:spPr>
          <a:xfrm flipH="false" flipV="false" rot="-584346">
            <a:off x="14375501" y="-185488"/>
            <a:ext cx="4149033" cy="3779392"/>
          </a:xfrm>
          <a:custGeom>
            <a:avLst/>
            <a:gdLst/>
            <a:ahLst/>
            <a:cxnLst/>
            <a:rect r="r" b="b" t="t" l="l"/>
            <a:pathLst>
              <a:path h="3779392" w="4149033">
                <a:moveTo>
                  <a:pt x="0" y="0"/>
                </a:moveTo>
                <a:lnTo>
                  <a:pt x="4149033" y="0"/>
                </a:lnTo>
                <a:lnTo>
                  <a:pt x="4149033" y="3779391"/>
                </a:lnTo>
                <a:lnTo>
                  <a:pt x="0" y="377939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1302171">
            <a:off x="5033140" y="-1475183"/>
            <a:ext cx="3696358" cy="2950366"/>
          </a:xfrm>
          <a:custGeom>
            <a:avLst/>
            <a:gdLst/>
            <a:ahLst/>
            <a:cxnLst/>
            <a:rect r="r" b="b" t="t" l="l"/>
            <a:pathLst>
              <a:path h="2950366" w="3696358">
                <a:moveTo>
                  <a:pt x="0" y="0"/>
                </a:moveTo>
                <a:lnTo>
                  <a:pt x="3696357" y="0"/>
                </a:lnTo>
                <a:lnTo>
                  <a:pt x="3696357" y="2950366"/>
                </a:lnTo>
                <a:lnTo>
                  <a:pt x="0" y="2950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7" id="17"/>
          <p:cNvSpPr txBox="true"/>
          <p:nvPr/>
        </p:nvSpPr>
        <p:spPr>
          <a:xfrm rot="0">
            <a:off x="1016112" y="752190"/>
            <a:ext cx="8670089" cy="2113585"/>
          </a:xfrm>
          <a:prstGeom prst="rect">
            <a:avLst/>
          </a:prstGeom>
        </p:spPr>
        <p:txBody>
          <a:bodyPr anchor="t" rtlCol="false" tIns="0" lIns="0" bIns="0" rIns="0">
            <a:spAutoFit/>
          </a:bodyPr>
          <a:lstStyle/>
          <a:p>
            <a:pPr algn="ctr">
              <a:lnSpc>
                <a:spcPts val="8058"/>
              </a:lnSpc>
            </a:pPr>
            <a:r>
              <a:rPr lang="en-US" sz="8572" spc="-428">
                <a:solidFill>
                  <a:srgbClr val="FFFFFF"/>
                </a:solidFill>
                <a:latin typeface="210 클레이토이"/>
                <a:ea typeface="210 클레이토이"/>
                <a:cs typeface="210 클레이토이"/>
                <a:sym typeface="210 클레이토이"/>
              </a:rPr>
              <a:t>MECHANICAL ELEMENTS</a:t>
            </a:r>
          </a:p>
        </p:txBody>
      </p:sp>
      <p:sp>
        <p:nvSpPr>
          <p:cNvPr name="Freeform 18" id="18"/>
          <p:cNvSpPr/>
          <p:nvPr/>
        </p:nvSpPr>
        <p:spPr>
          <a:xfrm flipH="false" flipV="false" rot="0">
            <a:off x="1825707" y="2544795"/>
            <a:ext cx="6695646" cy="730434"/>
          </a:xfrm>
          <a:custGeom>
            <a:avLst/>
            <a:gdLst/>
            <a:ahLst/>
            <a:cxnLst/>
            <a:rect r="r" b="b" t="t" l="l"/>
            <a:pathLst>
              <a:path h="730434" w="6695646">
                <a:moveTo>
                  <a:pt x="0" y="0"/>
                </a:moveTo>
                <a:lnTo>
                  <a:pt x="6695646" y="0"/>
                </a:lnTo>
                <a:lnTo>
                  <a:pt x="6695646" y="730434"/>
                </a:lnTo>
                <a:lnTo>
                  <a:pt x="0" y="73043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grpSp>
        <p:nvGrpSpPr>
          <p:cNvPr name="Group 21" id="21"/>
          <p:cNvGrpSpPr/>
          <p:nvPr/>
        </p:nvGrpSpPr>
        <p:grpSpPr>
          <a:xfrm rot="0">
            <a:off x="1016112" y="3980079"/>
            <a:ext cx="8314835" cy="4871973"/>
            <a:chOff x="0" y="0"/>
            <a:chExt cx="2189915" cy="1283153"/>
          </a:xfrm>
        </p:grpSpPr>
        <p:sp>
          <p:nvSpPr>
            <p:cNvPr name="Freeform 22" id="22"/>
            <p:cNvSpPr/>
            <p:nvPr/>
          </p:nvSpPr>
          <p:spPr>
            <a:xfrm flipH="false" flipV="false" rot="0">
              <a:off x="0" y="0"/>
              <a:ext cx="2189915" cy="1283153"/>
            </a:xfrm>
            <a:custGeom>
              <a:avLst/>
              <a:gdLst/>
              <a:ahLst/>
              <a:cxnLst/>
              <a:rect r="r" b="b" t="t" l="l"/>
              <a:pathLst>
                <a:path h="1283153" w="2189915">
                  <a:moveTo>
                    <a:pt x="29795" y="0"/>
                  </a:moveTo>
                  <a:lnTo>
                    <a:pt x="2160120" y="0"/>
                  </a:lnTo>
                  <a:cubicBezTo>
                    <a:pt x="2168022" y="0"/>
                    <a:pt x="2175601" y="3139"/>
                    <a:pt x="2181189" y="8727"/>
                  </a:cubicBezTo>
                  <a:cubicBezTo>
                    <a:pt x="2186776" y="14314"/>
                    <a:pt x="2189915" y="21893"/>
                    <a:pt x="2189915" y="29795"/>
                  </a:cubicBezTo>
                  <a:lnTo>
                    <a:pt x="2189915" y="1253358"/>
                  </a:lnTo>
                  <a:cubicBezTo>
                    <a:pt x="2189915" y="1261261"/>
                    <a:pt x="2186776" y="1268839"/>
                    <a:pt x="2181189" y="1274427"/>
                  </a:cubicBezTo>
                  <a:cubicBezTo>
                    <a:pt x="2175601" y="1280014"/>
                    <a:pt x="2168022" y="1283153"/>
                    <a:pt x="2160120" y="1283153"/>
                  </a:cubicBezTo>
                  <a:lnTo>
                    <a:pt x="29795" y="1283153"/>
                  </a:lnTo>
                  <a:cubicBezTo>
                    <a:pt x="21893" y="1283153"/>
                    <a:pt x="14314" y="1280014"/>
                    <a:pt x="8727" y="1274427"/>
                  </a:cubicBezTo>
                  <a:cubicBezTo>
                    <a:pt x="3139" y="1268839"/>
                    <a:pt x="0" y="1261261"/>
                    <a:pt x="0" y="1253358"/>
                  </a:cubicBezTo>
                  <a:lnTo>
                    <a:pt x="0" y="29795"/>
                  </a:lnTo>
                  <a:cubicBezTo>
                    <a:pt x="0" y="21893"/>
                    <a:pt x="3139" y="14314"/>
                    <a:pt x="8727" y="8727"/>
                  </a:cubicBezTo>
                  <a:cubicBezTo>
                    <a:pt x="14314" y="3139"/>
                    <a:pt x="21893" y="0"/>
                    <a:pt x="29795" y="0"/>
                  </a:cubicBezTo>
                  <a:close/>
                </a:path>
              </a:pathLst>
            </a:custGeom>
            <a:solidFill>
              <a:srgbClr val="FFFFFF"/>
            </a:solidFill>
            <a:ln w="47625" cap="rnd">
              <a:solidFill>
                <a:srgbClr val="998178"/>
              </a:solidFill>
              <a:prstDash val="solid"/>
              <a:round/>
            </a:ln>
          </p:spPr>
        </p:sp>
        <p:sp>
          <p:nvSpPr>
            <p:cNvPr name="TextBox 23" id="23"/>
            <p:cNvSpPr txBox="true"/>
            <p:nvPr/>
          </p:nvSpPr>
          <p:spPr>
            <a:xfrm>
              <a:off x="0" y="-38100"/>
              <a:ext cx="2189915" cy="1321253"/>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9565145" y="-1689219"/>
            <a:ext cx="8143755" cy="9776216"/>
            <a:chOff x="0" y="0"/>
            <a:chExt cx="2144857" cy="2574806"/>
          </a:xfrm>
        </p:grpSpPr>
        <p:sp>
          <p:nvSpPr>
            <p:cNvPr name="Freeform 25" id="25"/>
            <p:cNvSpPr/>
            <p:nvPr/>
          </p:nvSpPr>
          <p:spPr>
            <a:xfrm flipH="false" flipV="false" rot="0">
              <a:off x="0" y="0"/>
              <a:ext cx="2144857" cy="2574806"/>
            </a:xfrm>
            <a:custGeom>
              <a:avLst/>
              <a:gdLst/>
              <a:ahLst/>
              <a:cxnLst/>
              <a:rect r="r" b="b" t="t" l="l"/>
              <a:pathLst>
                <a:path h="2574806" w="2144857">
                  <a:moveTo>
                    <a:pt x="30421" y="0"/>
                  </a:moveTo>
                  <a:lnTo>
                    <a:pt x="2114436" y="0"/>
                  </a:lnTo>
                  <a:cubicBezTo>
                    <a:pt x="2122504" y="0"/>
                    <a:pt x="2130242" y="3205"/>
                    <a:pt x="2135947" y="8910"/>
                  </a:cubicBezTo>
                  <a:cubicBezTo>
                    <a:pt x="2141652" y="14615"/>
                    <a:pt x="2144857" y="22353"/>
                    <a:pt x="2144857" y="30421"/>
                  </a:cubicBezTo>
                  <a:lnTo>
                    <a:pt x="2144857" y="2544385"/>
                  </a:lnTo>
                  <a:cubicBezTo>
                    <a:pt x="2144857" y="2552453"/>
                    <a:pt x="2141652" y="2560191"/>
                    <a:pt x="2135947" y="2565896"/>
                  </a:cubicBezTo>
                  <a:cubicBezTo>
                    <a:pt x="2130242" y="2571601"/>
                    <a:pt x="2122504" y="2574806"/>
                    <a:pt x="2114436" y="2574806"/>
                  </a:cubicBezTo>
                  <a:lnTo>
                    <a:pt x="30421" y="2574806"/>
                  </a:lnTo>
                  <a:cubicBezTo>
                    <a:pt x="22353" y="2574806"/>
                    <a:pt x="14615" y="2571601"/>
                    <a:pt x="8910" y="2565896"/>
                  </a:cubicBezTo>
                  <a:cubicBezTo>
                    <a:pt x="3205" y="2560191"/>
                    <a:pt x="0" y="2552453"/>
                    <a:pt x="0" y="2544385"/>
                  </a:cubicBezTo>
                  <a:lnTo>
                    <a:pt x="0" y="30421"/>
                  </a:lnTo>
                  <a:cubicBezTo>
                    <a:pt x="0" y="22353"/>
                    <a:pt x="3205" y="14615"/>
                    <a:pt x="8910" y="8910"/>
                  </a:cubicBezTo>
                  <a:cubicBezTo>
                    <a:pt x="14615" y="3205"/>
                    <a:pt x="22353" y="0"/>
                    <a:pt x="30421" y="0"/>
                  </a:cubicBezTo>
                  <a:close/>
                </a:path>
              </a:pathLst>
            </a:custGeom>
            <a:solidFill>
              <a:srgbClr val="FFFFFF"/>
            </a:solidFill>
            <a:ln w="47625" cap="rnd">
              <a:solidFill>
                <a:srgbClr val="998178"/>
              </a:solidFill>
              <a:prstDash val="solid"/>
              <a:round/>
            </a:ln>
          </p:spPr>
        </p:sp>
        <p:sp>
          <p:nvSpPr>
            <p:cNvPr name="TextBox 26" id="26"/>
            <p:cNvSpPr txBox="true"/>
            <p:nvPr/>
          </p:nvSpPr>
          <p:spPr>
            <a:xfrm>
              <a:off x="0" y="-38100"/>
              <a:ext cx="2144857" cy="2612906"/>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0102773" y="347936"/>
            <a:ext cx="7108904" cy="7039037"/>
            <a:chOff x="0" y="0"/>
            <a:chExt cx="1872304" cy="1853903"/>
          </a:xfrm>
        </p:grpSpPr>
        <p:sp>
          <p:nvSpPr>
            <p:cNvPr name="Freeform 28" id="28"/>
            <p:cNvSpPr/>
            <p:nvPr/>
          </p:nvSpPr>
          <p:spPr>
            <a:xfrm flipH="false" flipV="false" rot="0">
              <a:off x="0" y="0"/>
              <a:ext cx="1872304" cy="1853903"/>
            </a:xfrm>
            <a:custGeom>
              <a:avLst/>
              <a:gdLst/>
              <a:ahLst/>
              <a:cxnLst/>
              <a:rect r="r" b="b" t="t" l="l"/>
              <a:pathLst>
                <a:path h="1853903" w="1872304">
                  <a:moveTo>
                    <a:pt x="28315" y="0"/>
                  </a:moveTo>
                  <a:lnTo>
                    <a:pt x="1843989" y="0"/>
                  </a:lnTo>
                  <a:cubicBezTo>
                    <a:pt x="1859627" y="0"/>
                    <a:pt x="1872304" y="12677"/>
                    <a:pt x="1872304" y="28315"/>
                  </a:cubicBezTo>
                  <a:lnTo>
                    <a:pt x="1872304" y="1825588"/>
                  </a:lnTo>
                  <a:cubicBezTo>
                    <a:pt x="1872304" y="1833097"/>
                    <a:pt x="1869321" y="1840299"/>
                    <a:pt x="1864011" y="1845610"/>
                  </a:cubicBezTo>
                  <a:cubicBezTo>
                    <a:pt x="1858701" y="1850920"/>
                    <a:pt x="1851499" y="1853903"/>
                    <a:pt x="1843989" y="1853903"/>
                  </a:cubicBezTo>
                  <a:lnTo>
                    <a:pt x="28315" y="1853903"/>
                  </a:lnTo>
                  <a:cubicBezTo>
                    <a:pt x="12677" y="1853903"/>
                    <a:pt x="0" y="1841226"/>
                    <a:pt x="0" y="1825588"/>
                  </a:cubicBezTo>
                  <a:lnTo>
                    <a:pt x="0" y="28315"/>
                  </a:lnTo>
                  <a:cubicBezTo>
                    <a:pt x="0" y="12677"/>
                    <a:pt x="12677" y="0"/>
                    <a:pt x="28315" y="0"/>
                  </a:cubicBezTo>
                  <a:close/>
                </a:path>
              </a:pathLst>
            </a:custGeom>
            <a:solidFill>
              <a:srgbClr val="FFFFFF"/>
            </a:solidFill>
            <a:ln w="38100" cap="rnd">
              <a:solidFill>
                <a:srgbClr val="BF9585"/>
              </a:solidFill>
              <a:prstDash val="lgDash"/>
              <a:round/>
            </a:ln>
          </p:spPr>
        </p:sp>
        <p:sp>
          <p:nvSpPr>
            <p:cNvPr name="TextBox 29" id="29"/>
            <p:cNvSpPr txBox="true"/>
            <p:nvPr/>
          </p:nvSpPr>
          <p:spPr>
            <a:xfrm>
              <a:off x="0" y="-38100"/>
              <a:ext cx="1872304" cy="189200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30" id="30"/>
          <p:cNvSpPr/>
          <p:nvPr/>
        </p:nvSpPr>
        <p:spPr>
          <a:xfrm flipH="false" flipV="false" rot="0">
            <a:off x="1189290" y="4134938"/>
            <a:ext cx="7954710" cy="4613320"/>
          </a:xfrm>
          <a:custGeom>
            <a:avLst/>
            <a:gdLst/>
            <a:ahLst/>
            <a:cxnLst/>
            <a:rect r="r" b="b" t="t" l="l"/>
            <a:pathLst>
              <a:path h="4613320" w="7954710">
                <a:moveTo>
                  <a:pt x="0" y="0"/>
                </a:moveTo>
                <a:lnTo>
                  <a:pt x="7954710" y="0"/>
                </a:lnTo>
                <a:lnTo>
                  <a:pt x="7954710" y="4613320"/>
                </a:lnTo>
                <a:lnTo>
                  <a:pt x="0" y="4613320"/>
                </a:lnTo>
                <a:lnTo>
                  <a:pt x="0" y="0"/>
                </a:lnTo>
                <a:close/>
              </a:path>
            </a:pathLst>
          </a:custGeom>
          <a:blipFill>
            <a:blip r:embed="rId18"/>
            <a:stretch>
              <a:fillRect l="-11550" t="-3356" r="-11723" b="0"/>
            </a:stretch>
          </a:blipFill>
        </p:spPr>
      </p:sp>
      <p:sp>
        <p:nvSpPr>
          <p:cNvPr name="TextBox 31" id="31"/>
          <p:cNvSpPr txBox="true"/>
          <p:nvPr/>
        </p:nvSpPr>
        <p:spPr>
          <a:xfrm rot="0">
            <a:off x="10265708" y="781040"/>
            <a:ext cx="6945970" cy="6211613"/>
          </a:xfrm>
          <a:prstGeom prst="rect">
            <a:avLst/>
          </a:prstGeom>
        </p:spPr>
        <p:txBody>
          <a:bodyPr anchor="t" rtlCol="false" tIns="0" lIns="0" bIns="0" rIns="0">
            <a:spAutoFit/>
          </a:bodyPr>
          <a:lstStyle/>
          <a:p>
            <a:pPr algn="l" marL="0" indent="0" lvl="0">
              <a:lnSpc>
                <a:spcPts val="2352"/>
              </a:lnSpc>
              <a:spcBef>
                <a:spcPct val="0"/>
              </a:spcBef>
            </a:pPr>
            <a:r>
              <a:rPr lang="en-US" b="true" sz="1729" spc="15">
                <a:solidFill>
                  <a:srgbClr val="7B6861"/>
                </a:solidFill>
                <a:latin typeface="Quicksand Medium"/>
                <a:ea typeface="Quicksand Medium"/>
                <a:cs typeface="Quicksand Medium"/>
                <a:sym typeface="Quicksand Medium"/>
              </a:rPr>
              <a:t>M</a:t>
            </a:r>
            <a:r>
              <a:rPr lang="en-US" b="true" sz="1729" spc="15" strike="noStrike" u="none">
                <a:solidFill>
                  <a:srgbClr val="7B6861"/>
                </a:solidFill>
                <a:latin typeface="Quicksand Medium"/>
                <a:ea typeface="Quicksand Medium"/>
                <a:cs typeface="Quicksand Medium"/>
                <a:sym typeface="Quicksand Medium"/>
              </a:rPr>
              <a:t>e</a:t>
            </a:r>
            <a:r>
              <a:rPr lang="en-US" b="true" sz="1729" spc="15" strike="noStrike" u="none">
                <a:solidFill>
                  <a:srgbClr val="7B6861"/>
                </a:solidFill>
                <a:latin typeface="Quicksand Medium"/>
                <a:ea typeface="Quicksand Medium"/>
                <a:cs typeface="Quicksand Medium"/>
                <a:sym typeface="Quicksand Medium"/>
              </a:rPr>
              <a:t>chan</a:t>
            </a:r>
            <a:r>
              <a:rPr lang="en-US" b="true" sz="1729" spc="15" strike="noStrike" u="none">
                <a:solidFill>
                  <a:srgbClr val="7B6861"/>
                </a:solidFill>
                <a:latin typeface="Quicksand Medium"/>
                <a:ea typeface="Quicksand Medium"/>
                <a:cs typeface="Quicksand Medium"/>
                <a:sym typeface="Quicksand Medium"/>
              </a:rPr>
              <a:t>ism </a:t>
            </a:r>
            <a:r>
              <a:rPr lang="en-US" b="true" sz="1729" spc="15" strike="noStrike" u="none">
                <a:solidFill>
                  <a:srgbClr val="7B6861"/>
                </a:solidFill>
                <a:latin typeface="Quicksand Medium"/>
                <a:ea typeface="Quicksand Medium"/>
                <a:cs typeface="Quicksand Medium"/>
                <a:sym typeface="Quicksand Medium"/>
              </a:rPr>
              <a:t>Typ</a:t>
            </a:r>
            <a:r>
              <a:rPr lang="en-US" b="true" sz="1729" spc="15" strike="noStrike" u="none">
                <a:solidFill>
                  <a:srgbClr val="7B6861"/>
                </a:solidFill>
                <a:latin typeface="Quicksand Medium"/>
                <a:ea typeface="Quicksand Medium"/>
                <a:cs typeface="Quicksand Medium"/>
                <a:sym typeface="Quicksand Medium"/>
              </a:rPr>
              <a:t>e</a:t>
            </a:r>
            <a:r>
              <a:rPr lang="en-US" b="true" sz="1729" spc="15" strike="noStrike" u="none">
                <a:solidFill>
                  <a:srgbClr val="7B6861"/>
                </a:solidFill>
                <a:latin typeface="Quicksand Medium"/>
                <a:ea typeface="Quicksand Medium"/>
                <a:cs typeface="Quicksand Medium"/>
                <a:sym typeface="Quicksand Medium"/>
              </a:rPr>
              <a:t>:</a:t>
            </a:r>
            <a:r>
              <a:rPr lang="en-US" b="true" sz="1729" spc="15" strike="noStrike" u="none">
                <a:solidFill>
                  <a:srgbClr val="7B6861"/>
                </a:solidFill>
                <a:latin typeface="Quicksand Medium"/>
                <a:ea typeface="Quicksand Medium"/>
                <a:cs typeface="Quicksand Medium"/>
                <a:sym typeface="Quicksand Medium"/>
              </a:rPr>
              <a:t> </a:t>
            </a:r>
            <a:r>
              <a:rPr lang="en-US" b="true" sz="1729" spc="15" strike="noStrike" u="none">
                <a:solidFill>
                  <a:srgbClr val="7B6861"/>
                </a:solidFill>
                <a:latin typeface="Quicksand Medium"/>
                <a:ea typeface="Quicksand Medium"/>
                <a:cs typeface="Quicksand Medium"/>
                <a:sym typeface="Quicksand Medium"/>
              </a:rPr>
              <a:t>Ra</a:t>
            </a:r>
            <a:r>
              <a:rPr lang="en-US" b="true" sz="1729" spc="15" strike="noStrike" u="none">
                <a:solidFill>
                  <a:srgbClr val="7B6861"/>
                </a:solidFill>
                <a:latin typeface="Quicksand Medium"/>
                <a:ea typeface="Quicksand Medium"/>
                <a:cs typeface="Quicksand Medium"/>
                <a:sym typeface="Quicksand Medium"/>
              </a:rPr>
              <a:t>c</a:t>
            </a:r>
            <a:r>
              <a:rPr lang="en-US" b="true" sz="1729" spc="15" strike="noStrike" u="none">
                <a:solidFill>
                  <a:srgbClr val="7B6861"/>
                </a:solidFill>
                <a:latin typeface="Quicksand Medium"/>
                <a:ea typeface="Quicksand Medium"/>
                <a:cs typeface="Quicksand Medium"/>
                <a:sym typeface="Quicksand Medium"/>
              </a:rPr>
              <a:t>k</a:t>
            </a:r>
            <a:r>
              <a:rPr lang="en-US" b="true" sz="1729" spc="15" strike="noStrike" u="none">
                <a:solidFill>
                  <a:srgbClr val="7B6861"/>
                </a:solidFill>
                <a:latin typeface="Quicksand Medium"/>
                <a:ea typeface="Quicksand Medium"/>
                <a:cs typeface="Quicksand Medium"/>
                <a:sym typeface="Quicksand Medium"/>
              </a:rPr>
              <a:t> a</a:t>
            </a:r>
            <a:r>
              <a:rPr lang="en-US" b="true" sz="1729" spc="15" strike="noStrike" u="none">
                <a:solidFill>
                  <a:srgbClr val="7B6861"/>
                </a:solidFill>
                <a:latin typeface="Quicksand Medium"/>
                <a:ea typeface="Quicksand Medium"/>
                <a:cs typeface="Quicksand Medium"/>
                <a:sym typeface="Quicksand Medium"/>
              </a:rPr>
              <a:t>n</a:t>
            </a:r>
            <a:r>
              <a:rPr lang="en-US" b="true" sz="1729" spc="15" strike="noStrike" u="none">
                <a:solidFill>
                  <a:srgbClr val="7B6861"/>
                </a:solidFill>
                <a:latin typeface="Quicksand Medium"/>
                <a:ea typeface="Quicksand Medium"/>
                <a:cs typeface="Quicksand Medium"/>
                <a:sym typeface="Quicksand Medium"/>
              </a:rPr>
              <a:t>d</a:t>
            </a:r>
            <a:r>
              <a:rPr lang="en-US" b="true" sz="1729" spc="15" strike="noStrike" u="none">
                <a:solidFill>
                  <a:srgbClr val="7B6861"/>
                </a:solidFill>
                <a:latin typeface="Quicksand Medium"/>
                <a:ea typeface="Quicksand Medium"/>
                <a:cs typeface="Quicksand Medium"/>
                <a:sym typeface="Quicksand Medium"/>
              </a:rPr>
              <a:t> P</a:t>
            </a:r>
            <a:r>
              <a:rPr lang="en-US" b="true" sz="1729" spc="15" strike="noStrike" u="none">
                <a:solidFill>
                  <a:srgbClr val="7B6861"/>
                </a:solidFill>
                <a:latin typeface="Quicksand Medium"/>
                <a:ea typeface="Quicksand Medium"/>
                <a:cs typeface="Quicksand Medium"/>
                <a:sym typeface="Quicksand Medium"/>
              </a:rPr>
              <a:t>i</a:t>
            </a:r>
            <a:r>
              <a:rPr lang="en-US" b="true" sz="1729" spc="15" strike="noStrike" u="none">
                <a:solidFill>
                  <a:srgbClr val="7B6861"/>
                </a:solidFill>
                <a:latin typeface="Quicksand Medium"/>
                <a:ea typeface="Quicksand Medium"/>
                <a:cs typeface="Quicksand Medium"/>
                <a:sym typeface="Quicksand Medium"/>
              </a:rPr>
              <a:t>n</a:t>
            </a:r>
            <a:r>
              <a:rPr lang="en-US" b="true" sz="1729" spc="15" strike="noStrike" u="none">
                <a:solidFill>
                  <a:srgbClr val="7B6861"/>
                </a:solidFill>
                <a:latin typeface="Quicksand Medium"/>
                <a:ea typeface="Quicksand Medium"/>
                <a:cs typeface="Quicksand Medium"/>
                <a:sym typeface="Quicksand Medium"/>
              </a:rPr>
              <a:t>i</a:t>
            </a:r>
            <a:r>
              <a:rPr lang="en-US" b="true" sz="1729" spc="15" strike="noStrike" u="none">
                <a:solidFill>
                  <a:srgbClr val="7B6861"/>
                </a:solidFill>
                <a:latin typeface="Quicksand Medium"/>
                <a:ea typeface="Quicksand Medium"/>
                <a:cs typeface="Quicksand Medium"/>
                <a:sym typeface="Quicksand Medium"/>
              </a:rPr>
              <a:t>o</a:t>
            </a:r>
            <a:r>
              <a:rPr lang="en-US" b="true" sz="1729" spc="15" strike="noStrike" u="none">
                <a:solidFill>
                  <a:srgbClr val="7B6861"/>
                </a:solidFill>
                <a:latin typeface="Quicksand Medium"/>
                <a:ea typeface="Quicksand Medium"/>
                <a:cs typeface="Quicksand Medium"/>
                <a:sym typeface="Quicksand Medium"/>
              </a:rPr>
              <a:t>n </a:t>
            </a:r>
            <a:r>
              <a:rPr lang="en-US" b="true" sz="1729" spc="15" strike="noStrike" u="none">
                <a:solidFill>
                  <a:srgbClr val="7B6861"/>
                </a:solidFill>
                <a:latin typeface="Quicksand Medium"/>
                <a:ea typeface="Quicksand Medium"/>
                <a:cs typeface="Quicksand Medium"/>
                <a:sym typeface="Quicksand Medium"/>
              </a:rPr>
              <a:t>w</a:t>
            </a:r>
            <a:r>
              <a:rPr lang="en-US" b="true" sz="1729" spc="15" strike="noStrike" u="none">
                <a:solidFill>
                  <a:srgbClr val="7B6861"/>
                </a:solidFill>
                <a:latin typeface="Quicksand Medium"/>
                <a:ea typeface="Quicksand Medium"/>
                <a:cs typeface="Quicksand Medium"/>
                <a:sym typeface="Quicksand Medium"/>
              </a:rPr>
              <a:t>it</a:t>
            </a:r>
            <a:r>
              <a:rPr lang="en-US" b="true" sz="1729" spc="15" strike="noStrike" u="none">
                <a:solidFill>
                  <a:srgbClr val="7B6861"/>
                </a:solidFill>
                <a:latin typeface="Quicksand Medium"/>
                <a:ea typeface="Quicksand Medium"/>
                <a:cs typeface="Quicksand Medium"/>
                <a:sym typeface="Quicksand Medium"/>
              </a:rPr>
              <a:t>h</a:t>
            </a:r>
            <a:r>
              <a:rPr lang="en-US" b="true" sz="1729" spc="15" strike="noStrike" u="none">
                <a:solidFill>
                  <a:srgbClr val="7B6861"/>
                </a:solidFill>
                <a:latin typeface="Quicksand Medium"/>
                <a:ea typeface="Quicksand Medium"/>
                <a:cs typeface="Quicksand Medium"/>
                <a:sym typeface="Quicksand Medium"/>
              </a:rPr>
              <a:t> a </a:t>
            </a:r>
            <a:r>
              <a:rPr lang="en-US" b="true" sz="1729" spc="15" strike="noStrike" u="none">
                <a:solidFill>
                  <a:srgbClr val="7B6861"/>
                </a:solidFill>
                <a:latin typeface="Quicksand Medium"/>
                <a:ea typeface="Quicksand Medium"/>
                <a:cs typeface="Quicksand Medium"/>
                <a:sym typeface="Quicksand Medium"/>
              </a:rPr>
              <a:t>Pl</a:t>
            </a:r>
            <a:r>
              <a:rPr lang="en-US" b="true" sz="1729" spc="15" strike="noStrike" u="none">
                <a:solidFill>
                  <a:srgbClr val="7B6861"/>
                </a:solidFill>
                <a:latin typeface="Quicksand Medium"/>
                <a:ea typeface="Quicksand Medium"/>
                <a:cs typeface="Quicksand Medium"/>
                <a:sym typeface="Quicksand Medium"/>
              </a:rPr>
              <a:t>in</a:t>
            </a:r>
            <a:r>
              <a:rPr lang="en-US" b="true" sz="1729" spc="15" strike="noStrike" u="none">
                <a:solidFill>
                  <a:srgbClr val="7B6861"/>
                </a:solidFill>
                <a:latin typeface="Quicksand Medium"/>
                <a:ea typeface="Quicksand Medium"/>
                <a:cs typeface="Quicksand Medium"/>
                <a:sym typeface="Quicksand Medium"/>
              </a:rPr>
              <a:t>k</a:t>
            </a:r>
            <a:r>
              <a:rPr lang="en-US" b="true" sz="1729" spc="15" strike="noStrike" u="none">
                <a:solidFill>
                  <a:srgbClr val="7B6861"/>
                </a:solidFill>
                <a:latin typeface="Quicksand Medium"/>
                <a:ea typeface="Quicksand Medium"/>
                <a:cs typeface="Quicksand Medium"/>
                <a:sym typeface="Quicksand Medium"/>
              </a:rPr>
              <a:t>o</a:t>
            </a:r>
            <a:r>
              <a:rPr lang="en-US" b="true" sz="1729" spc="15" strike="noStrike" u="none">
                <a:solidFill>
                  <a:srgbClr val="7B6861"/>
                </a:solidFill>
                <a:latin typeface="Quicksand Medium"/>
                <a:ea typeface="Quicksand Medium"/>
                <a:cs typeface="Quicksand Medium"/>
                <a:sym typeface="Quicksand Medium"/>
              </a:rPr>
              <a:t>-</a:t>
            </a:r>
            <a:r>
              <a:rPr lang="en-US" b="true" sz="1729" spc="15" strike="noStrike" u="none">
                <a:solidFill>
                  <a:srgbClr val="7B6861"/>
                </a:solidFill>
                <a:latin typeface="Quicksand Medium"/>
                <a:ea typeface="Quicksand Medium"/>
                <a:cs typeface="Quicksand Medium"/>
                <a:sym typeface="Quicksand Medium"/>
              </a:rPr>
              <a:t>st</a:t>
            </a:r>
            <a:r>
              <a:rPr lang="en-US" b="true" sz="1729" spc="15" strike="noStrike" u="none">
                <a:solidFill>
                  <a:srgbClr val="7B6861"/>
                </a:solidFill>
                <a:latin typeface="Quicksand Medium"/>
                <a:ea typeface="Quicksand Medium"/>
                <a:cs typeface="Quicksand Medium"/>
                <a:sym typeface="Quicksand Medium"/>
              </a:rPr>
              <a:t>y</a:t>
            </a:r>
            <a:r>
              <a:rPr lang="en-US" b="true" sz="1729" spc="15" strike="noStrike" u="none">
                <a:solidFill>
                  <a:srgbClr val="7B6861"/>
                </a:solidFill>
                <a:latin typeface="Quicksand Medium"/>
                <a:ea typeface="Quicksand Medium"/>
                <a:cs typeface="Quicksand Medium"/>
                <a:sym typeface="Quicksand Medium"/>
              </a:rPr>
              <a:t>le </a:t>
            </a:r>
            <a:r>
              <a:rPr lang="en-US" b="true" sz="1729" spc="15" strike="noStrike" u="none">
                <a:solidFill>
                  <a:srgbClr val="7B6861"/>
                </a:solidFill>
                <a:latin typeface="Quicksand Medium"/>
                <a:ea typeface="Quicksand Medium"/>
                <a:cs typeface="Quicksand Medium"/>
                <a:sym typeface="Quicksand Medium"/>
              </a:rPr>
              <a:t>Ob</a:t>
            </a:r>
            <a:r>
              <a:rPr lang="en-US" b="true" sz="1729" spc="15" strike="noStrike" u="none">
                <a:solidFill>
                  <a:srgbClr val="7B6861"/>
                </a:solidFill>
                <a:latin typeface="Quicksand Medium"/>
                <a:ea typeface="Quicksand Medium"/>
                <a:cs typeface="Quicksand Medium"/>
                <a:sym typeface="Quicksand Medium"/>
              </a:rPr>
              <a:t>stacle </a:t>
            </a:r>
            <a:r>
              <a:rPr lang="en-US" b="true" sz="1729" spc="15" strike="noStrike" u="none">
                <a:solidFill>
                  <a:srgbClr val="7B6861"/>
                </a:solidFill>
                <a:latin typeface="Quicksand Medium"/>
                <a:ea typeface="Quicksand Medium"/>
                <a:cs typeface="Quicksand Medium"/>
                <a:sym typeface="Quicksand Medium"/>
              </a:rPr>
              <a:t>Bo</a:t>
            </a:r>
            <a:r>
              <a:rPr lang="en-US" b="true" sz="1729" spc="15" strike="noStrike" u="none">
                <a:solidFill>
                  <a:srgbClr val="7B6861"/>
                </a:solidFill>
                <a:latin typeface="Quicksand Medium"/>
                <a:ea typeface="Quicksand Medium"/>
                <a:cs typeface="Quicksand Medium"/>
                <a:sym typeface="Quicksand Medium"/>
              </a:rPr>
              <a:t>ar</a:t>
            </a:r>
            <a:r>
              <a:rPr lang="en-US" b="true" sz="1729" spc="15" strike="noStrike" u="none">
                <a:solidFill>
                  <a:srgbClr val="7B6861"/>
                </a:solidFill>
                <a:latin typeface="Quicksand Medium"/>
                <a:ea typeface="Quicksand Medium"/>
                <a:cs typeface="Quicksand Medium"/>
                <a:sym typeface="Quicksand Medium"/>
              </a:rPr>
              <a:t>d.</a:t>
            </a:r>
          </a:p>
          <a:p>
            <a:pPr algn="l" marL="0" indent="0" lvl="0">
              <a:lnSpc>
                <a:spcPts val="2352"/>
              </a:lnSpc>
              <a:spcBef>
                <a:spcPct val="0"/>
              </a:spcBef>
            </a:pPr>
          </a:p>
          <a:p>
            <a:pPr algn="l" marL="0" indent="0" lvl="0">
              <a:lnSpc>
                <a:spcPts val="2352"/>
              </a:lnSpc>
              <a:spcBef>
                <a:spcPct val="0"/>
              </a:spcBef>
            </a:pPr>
            <a:r>
              <a:rPr lang="en-US" b="true" sz="1729" spc="15" strike="noStrike" u="none">
                <a:solidFill>
                  <a:srgbClr val="7B6861"/>
                </a:solidFill>
                <a:latin typeface="Quicksand Medium"/>
                <a:ea typeface="Quicksand Medium"/>
                <a:cs typeface="Quicksand Medium"/>
                <a:sym typeface="Quicksand Medium"/>
              </a:rPr>
              <a:t>Purpose: Directing the ball into specific sorting bins through an interactive, player-controlled system.</a:t>
            </a:r>
          </a:p>
          <a:p>
            <a:pPr algn="l" marL="0" indent="0" lvl="0">
              <a:lnSpc>
                <a:spcPts val="2352"/>
              </a:lnSpc>
              <a:spcBef>
                <a:spcPct val="0"/>
              </a:spcBef>
            </a:pPr>
          </a:p>
          <a:p>
            <a:pPr algn="l" marL="0" indent="0" lvl="0">
              <a:lnSpc>
                <a:spcPts val="2352"/>
              </a:lnSpc>
              <a:spcBef>
                <a:spcPct val="0"/>
              </a:spcBef>
            </a:pPr>
            <a:r>
              <a:rPr lang="en-US" b="true" sz="1729" spc="15" strike="noStrike" u="none">
                <a:solidFill>
                  <a:srgbClr val="7B6861"/>
                </a:solidFill>
                <a:latin typeface="Quicksand Medium"/>
                <a:ea typeface="Quicksand Medium"/>
                <a:cs typeface="Quicksand Medium"/>
                <a:sym typeface="Quicksand Medium"/>
              </a:rPr>
              <a:t>The Random Drop (Plinko Effect): When the ball is launched from the previous stage, it drops onto a board filled with stationary pins. The ball hits these pins randomly, creating an unpredictable path.</a:t>
            </a:r>
          </a:p>
          <a:p>
            <a:pPr algn="l">
              <a:lnSpc>
                <a:spcPts val="2352"/>
              </a:lnSpc>
              <a:spcBef>
                <a:spcPct val="0"/>
              </a:spcBef>
            </a:pPr>
          </a:p>
          <a:p>
            <a:pPr algn="l" marL="0" indent="0" lvl="0">
              <a:lnSpc>
                <a:spcPts val="2352"/>
              </a:lnSpc>
              <a:spcBef>
                <a:spcPct val="0"/>
              </a:spcBef>
            </a:pPr>
            <a:r>
              <a:rPr lang="en-US" b="true" sz="1729" spc="15" strike="noStrike" u="none">
                <a:solidFill>
                  <a:srgbClr val="7B6861"/>
                </a:solidFill>
                <a:latin typeface="Quicksand Medium"/>
                <a:ea typeface="Quicksand Medium"/>
                <a:cs typeface="Quicksand Medium"/>
                <a:sym typeface="Quicksand Medium"/>
              </a:rPr>
              <a:t>The Child's Intervention (Joystick Control): To add excitement, the child uses a Joystick to control the game.</a:t>
            </a:r>
          </a:p>
          <a:p>
            <a:pPr algn="l" marL="0" indent="0" lvl="0">
              <a:lnSpc>
                <a:spcPts val="2352"/>
              </a:lnSpc>
              <a:spcBef>
                <a:spcPct val="0"/>
              </a:spcBef>
            </a:pPr>
          </a:p>
          <a:p>
            <a:pPr algn="l" marL="0" indent="0" lvl="0">
              <a:lnSpc>
                <a:spcPts val="2352"/>
              </a:lnSpc>
              <a:spcBef>
                <a:spcPct val="0"/>
              </a:spcBef>
            </a:pPr>
            <a:r>
              <a:rPr lang="en-US" b="true" sz="1729" spc="15" strike="noStrike" u="none">
                <a:solidFill>
                  <a:srgbClr val="7B6861"/>
                </a:solidFill>
                <a:latin typeface="Quicksand Medium"/>
                <a:ea typeface="Quicksand Medium"/>
                <a:cs typeface="Quicksand Medium"/>
                <a:sym typeface="Quicksand Medium"/>
              </a:rPr>
              <a:t>Rack &amp; Pinion Actuation: The joystick signals a DC/Stepper motor equipped with a Pinion. This pinion moves a horizontal Rack.</a:t>
            </a:r>
          </a:p>
          <a:p>
            <a:pPr algn="l" marL="0" indent="0" lvl="0">
              <a:lnSpc>
                <a:spcPts val="2352"/>
              </a:lnSpc>
              <a:spcBef>
                <a:spcPct val="0"/>
              </a:spcBef>
            </a:pPr>
          </a:p>
          <a:p>
            <a:pPr algn="l">
              <a:lnSpc>
                <a:spcPts val="2352"/>
              </a:lnSpc>
              <a:spcBef>
                <a:spcPct val="0"/>
              </a:spcBef>
            </a:pPr>
            <a:r>
              <a:rPr lang="en-US" b="true" sz="1729" spc="15" strike="noStrike" u="none">
                <a:solidFill>
                  <a:srgbClr val="7B6861"/>
                </a:solidFill>
                <a:latin typeface="Quicksand Medium"/>
                <a:ea typeface="Quicksand Medium"/>
                <a:cs typeface="Quicksand Medium"/>
                <a:sym typeface="Quicksand Medium"/>
              </a:rPr>
              <a:t>The Sorting Funnel: Connected to this Rack is the lower moving funnel. By moving it, the child tries to catch the randomly falling ball and direct it into the correct target slot or color bin</a:t>
            </a:r>
          </a:p>
          <a:p>
            <a:pPr algn="l" marL="0" indent="0" lvl="0">
              <a:lnSpc>
                <a:spcPts val="2352"/>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9EB6B6"/>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3107383">
            <a:off x="-1604021" y="-2270324"/>
            <a:ext cx="4241006" cy="4459949"/>
          </a:xfrm>
          <a:custGeom>
            <a:avLst/>
            <a:gdLst/>
            <a:ahLst/>
            <a:cxnLst/>
            <a:rect r="r" b="b" t="t" l="l"/>
            <a:pathLst>
              <a:path h="4459949" w="4241006">
                <a:moveTo>
                  <a:pt x="0" y="0"/>
                </a:moveTo>
                <a:lnTo>
                  <a:pt x="4241005" y="0"/>
                </a:lnTo>
                <a:lnTo>
                  <a:pt x="4241005" y="4459948"/>
                </a:lnTo>
                <a:lnTo>
                  <a:pt x="0" y="4459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584346">
            <a:off x="14375501" y="-185488"/>
            <a:ext cx="4149033" cy="3779392"/>
          </a:xfrm>
          <a:custGeom>
            <a:avLst/>
            <a:gdLst/>
            <a:ahLst/>
            <a:cxnLst/>
            <a:rect r="r" b="b" t="t" l="l"/>
            <a:pathLst>
              <a:path h="3779392" w="4149033">
                <a:moveTo>
                  <a:pt x="0" y="0"/>
                </a:moveTo>
                <a:lnTo>
                  <a:pt x="4149033" y="0"/>
                </a:lnTo>
                <a:lnTo>
                  <a:pt x="4149033" y="3779391"/>
                </a:lnTo>
                <a:lnTo>
                  <a:pt x="0" y="377939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1302171">
            <a:off x="5033140" y="-1475183"/>
            <a:ext cx="3696358" cy="2950366"/>
          </a:xfrm>
          <a:custGeom>
            <a:avLst/>
            <a:gdLst/>
            <a:ahLst/>
            <a:cxnLst/>
            <a:rect r="r" b="b" t="t" l="l"/>
            <a:pathLst>
              <a:path h="2950366" w="3696358">
                <a:moveTo>
                  <a:pt x="0" y="0"/>
                </a:moveTo>
                <a:lnTo>
                  <a:pt x="3696357" y="0"/>
                </a:lnTo>
                <a:lnTo>
                  <a:pt x="3696357" y="2950366"/>
                </a:lnTo>
                <a:lnTo>
                  <a:pt x="0" y="2950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false" flipV="false" rot="0">
            <a:off x="899921" y="3005176"/>
            <a:ext cx="6695646" cy="730434"/>
          </a:xfrm>
          <a:custGeom>
            <a:avLst/>
            <a:gdLst/>
            <a:ahLst/>
            <a:cxnLst/>
            <a:rect r="r" b="b" t="t" l="l"/>
            <a:pathLst>
              <a:path h="730434" w="6695646">
                <a:moveTo>
                  <a:pt x="0" y="0"/>
                </a:moveTo>
                <a:lnTo>
                  <a:pt x="6695646" y="0"/>
                </a:lnTo>
                <a:lnTo>
                  <a:pt x="6695646" y="730434"/>
                </a:lnTo>
                <a:lnTo>
                  <a:pt x="0" y="73043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8" id="18"/>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9" id="19"/>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0" id="20"/>
          <p:cNvGrpSpPr/>
          <p:nvPr/>
        </p:nvGrpSpPr>
        <p:grpSpPr>
          <a:xfrm rot="0">
            <a:off x="314789" y="3980079"/>
            <a:ext cx="8302247" cy="4106918"/>
            <a:chOff x="0" y="0"/>
            <a:chExt cx="2186600" cy="1081657"/>
          </a:xfrm>
        </p:grpSpPr>
        <p:sp>
          <p:nvSpPr>
            <p:cNvPr name="Freeform 21" id="21"/>
            <p:cNvSpPr/>
            <p:nvPr/>
          </p:nvSpPr>
          <p:spPr>
            <a:xfrm flipH="false" flipV="false" rot="0">
              <a:off x="0" y="0"/>
              <a:ext cx="2186600" cy="1081657"/>
            </a:xfrm>
            <a:custGeom>
              <a:avLst/>
              <a:gdLst/>
              <a:ahLst/>
              <a:cxnLst/>
              <a:rect r="r" b="b" t="t" l="l"/>
              <a:pathLst>
                <a:path h="1081657" w="2186600">
                  <a:moveTo>
                    <a:pt x="29840" y="0"/>
                  </a:moveTo>
                  <a:lnTo>
                    <a:pt x="2156760" y="0"/>
                  </a:lnTo>
                  <a:cubicBezTo>
                    <a:pt x="2173240" y="0"/>
                    <a:pt x="2186600" y="13360"/>
                    <a:pt x="2186600" y="29840"/>
                  </a:cubicBezTo>
                  <a:lnTo>
                    <a:pt x="2186600" y="1051817"/>
                  </a:lnTo>
                  <a:cubicBezTo>
                    <a:pt x="2186600" y="1068297"/>
                    <a:pt x="2173240" y="1081657"/>
                    <a:pt x="2156760" y="1081657"/>
                  </a:cubicBezTo>
                  <a:lnTo>
                    <a:pt x="29840" y="1081657"/>
                  </a:lnTo>
                  <a:cubicBezTo>
                    <a:pt x="13360" y="1081657"/>
                    <a:pt x="0" y="1068297"/>
                    <a:pt x="0" y="1051817"/>
                  </a:cubicBezTo>
                  <a:lnTo>
                    <a:pt x="0" y="29840"/>
                  </a:lnTo>
                  <a:cubicBezTo>
                    <a:pt x="0" y="13360"/>
                    <a:pt x="13360" y="0"/>
                    <a:pt x="29840" y="0"/>
                  </a:cubicBezTo>
                  <a:close/>
                </a:path>
              </a:pathLst>
            </a:custGeom>
            <a:solidFill>
              <a:srgbClr val="FFFFFF"/>
            </a:solidFill>
            <a:ln w="47625" cap="rnd">
              <a:solidFill>
                <a:srgbClr val="998178"/>
              </a:solidFill>
              <a:prstDash val="solid"/>
              <a:round/>
            </a:ln>
          </p:spPr>
        </p:sp>
        <p:sp>
          <p:nvSpPr>
            <p:cNvPr name="TextBox 22" id="22"/>
            <p:cNvSpPr txBox="true"/>
            <p:nvPr/>
          </p:nvSpPr>
          <p:spPr>
            <a:xfrm>
              <a:off x="0" y="-38100"/>
              <a:ext cx="2186600" cy="1119757"/>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8821485" y="-1689219"/>
            <a:ext cx="9221437" cy="8579171"/>
            <a:chOff x="0" y="0"/>
            <a:chExt cx="2428691" cy="2259535"/>
          </a:xfrm>
        </p:grpSpPr>
        <p:sp>
          <p:nvSpPr>
            <p:cNvPr name="Freeform 24" id="24"/>
            <p:cNvSpPr/>
            <p:nvPr/>
          </p:nvSpPr>
          <p:spPr>
            <a:xfrm flipH="false" flipV="false" rot="0">
              <a:off x="0" y="0"/>
              <a:ext cx="2428691" cy="2259535"/>
            </a:xfrm>
            <a:custGeom>
              <a:avLst/>
              <a:gdLst/>
              <a:ahLst/>
              <a:cxnLst/>
              <a:rect r="r" b="b" t="t" l="l"/>
              <a:pathLst>
                <a:path h="2259535" w="2428691">
                  <a:moveTo>
                    <a:pt x="26866" y="0"/>
                  </a:moveTo>
                  <a:lnTo>
                    <a:pt x="2401825" y="0"/>
                  </a:lnTo>
                  <a:cubicBezTo>
                    <a:pt x="2416663" y="0"/>
                    <a:pt x="2428691" y="12028"/>
                    <a:pt x="2428691" y="26866"/>
                  </a:cubicBezTo>
                  <a:lnTo>
                    <a:pt x="2428691" y="2232669"/>
                  </a:lnTo>
                  <a:cubicBezTo>
                    <a:pt x="2428691" y="2247507"/>
                    <a:pt x="2416663" y="2259535"/>
                    <a:pt x="2401825" y="2259535"/>
                  </a:cubicBezTo>
                  <a:lnTo>
                    <a:pt x="26866" y="2259535"/>
                  </a:lnTo>
                  <a:cubicBezTo>
                    <a:pt x="12028" y="2259535"/>
                    <a:pt x="0" y="2247507"/>
                    <a:pt x="0" y="2232669"/>
                  </a:cubicBezTo>
                  <a:lnTo>
                    <a:pt x="0" y="26866"/>
                  </a:lnTo>
                  <a:cubicBezTo>
                    <a:pt x="0" y="12028"/>
                    <a:pt x="12028" y="0"/>
                    <a:pt x="26866" y="0"/>
                  </a:cubicBezTo>
                  <a:close/>
                </a:path>
              </a:pathLst>
            </a:custGeom>
            <a:solidFill>
              <a:srgbClr val="FFFFFF"/>
            </a:solidFill>
            <a:ln w="47625" cap="rnd">
              <a:solidFill>
                <a:srgbClr val="998178"/>
              </a:solidFill>
              <a:prstDash val="solid"/>
              <a:round/>
            </a:ln>
          </p:spPr>
        </p:sp>
        <p:sp>
          <p:nvSpPr>
            <p:cNvPr name="TextBox 25" id="25"/>
            <p:cNvSpPr txBox="true"/>
            <p:nvPr/>
          </p:nvSpPr>
          <p:spPr>
            <a:xfrm>
              <a:off x="0" y="-38100"/>
              <a:ext cx="2428691" cy="2297635"/>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9144000" y="1704208"/>
            <a:ext cx="8310250" cy="4505224"/>
            <a:chOff x="0" y="0"/>
            <a:chExt cx="2188708" cy="1186561"/>
          </a:xfrm>
        </p:grpSpPr>
        <p:sp>
          <p:nvSpPr>
            <p:cNvPr name="Freeform 27" id="27"/>
            <p:cNvSpPr/>
            <p:nvPr/>
          </p:nvSpPr>
          <p:spPr>
            <a:xfrm flipH="false" flipV="false" rot="0">
              <a:off x="0" y="0"/>
              <a:ext cx="2188708" cy="1186561"/>
            </a:xfrm>
            <a:custGeom>
              <a:avLst/>
              <a:gdLst/>
              <a:ahLst/>
              <a:cxnLst/>
              <a:rect r="r" b="b" t="t" l="l"/>
              <a:pathLst>
                <a:path h="1186561" w="2188708">
                  <a:moveTo>
                    <a:pt x="24222" y="0"/>
                  </a:moveTo>
                  <a:lnTo>
                    <a:pt x="2164486" y="0"/>
                  </a:lnTo>
                  <a:cubicBezTo>
                    <a:pt x="2177863" y="0"/>
                    <a:pt x="2188708" y="10845"/>
                    <a:pt x="2188708" y="24222"/>
                  </a:cubicBezTo>
                  <a:lnTo>
                    <a:pt x="2188708" y="1162339"/>
                  </a:lnTo>
                  <a:cubicBezTo>
                    <a:pt x="2188708" y="1175717"/>
                    <a:pt x="2177863" y="1186561"/>
                    <a:pt x="2164486" y="1186561"/>
                  </a:cubicBezTo>
                  <a:lnTo>
                    <a:pt x="24222" y="1186561"/>
                  </a:lnTo>
                  <a:cubicBezTo>
                    <a:pt x="10845" y="1186561"/>
                    <a:pt x="0" y="1175717"/>
                    <a:pt x="0" y="1162339"/>
                  </a:cubicBezTo>
                  <a:lnTo>
                    <a:pt x="0" y="24222"/>
                  </a:lnTo>
                  <a:cubicBezTo>
                    <a:pt x="0" y="10845"/>
                    <a:pt x="10845" y="0"/>
                    <a:pt x="24222" y="0"/>
                  </a:cubicBezTo>
                  <a:close/>
                </a:path>
              </a:pathLst>
            </a:custGeom>
            <a:solidFill>
              <a:srgbClr val="FFFFFF"/>
            </a:solidFill>
            <a:ln w="38100" cap="rnd">
              <a:solidFill>
                <a:srgbClr val="BF9585"/>
              </a:solidFill>
              <a:prstDash val="lgDash"/>
              <a:round/>
            </a:ln>
          </p:spPr>
        </p:sp>
        <p:sp>
          <p:nvSpPr>
            <p:cNvPr name="TextBox 28" id="28"/>
            <p:cNvSpPr txBox="true"/>
            <p:nvPr/>
          </p:nvSpPr>
          <p:spPr>
            <a:xfrm>
              <a:off x="0" y="-38100"/>
              <a:ext cx="2188708" cy="122466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29" id="29"/>
          <p:cNvSpPr/>
          <p:nvPr/>
        </p:nvSpPr>
        <p:spPr>
          <a:xfrm flipH="false" flipV="false" rot="0">
            <a:off x="9296400" y="1876547"/>
            <a:ext cx="8157850" cy="4156991"/>
          </a:xfrm>
          <a:custGeom>
            <a:avLst/>
            <a:gdLst/>
            <a:ahLst/>
            <a:cxnLst/>
            <a:rect r="r" b="b" t="t" l="l"/>
            <a:pathLst>
              <a:path h="4156991" w="8157850">
                <a:moveTo>
                  <a:pt x="0" y="0"/>
                </a:moveTo>
                <a:lnTo>
                  <a:pt x="8157850" y="0"/>
                </a:lnTo>
                <a:lnTo>
                  <a:pt x="8157850" y="4156991"/>
                </a:lnTo>
                <a:lnTo>
                  <a:pt x="0" y="4156991"/>
                </a:lnTo>
                <a:lnTo>
                  <a:pt x="0" y="0"/>
                </a:lnTo>
                <a:close/>
              </a:path>
            </a:pathLst>
          </a:custGeom>
          <a:blipFill>
            <a:blip r:embed="rId18"/>
            <a:stretch>
              <a:fillRect l="-1868" t="0" r="0" b="-1204"/>
            </a:stretch>
          </a:blipFill>
        </p:spPr>
      </p:sp>
      <p:sp>
        <p:nvSpPr>
          <p:cNvPr name="TextBox 30" id="30"/>
          <p:cNvSpPr txBox="true"/>
          <p:nvPr/>
        </p:nvSpPr>
        <p:spPr>
          <a:xfrm rot="0">
            <a:off x="825119" y="1508131"/>
            <a:ext cx="7350589" cy="1497045"/>
          </a:xfrm>
          <a:prstGeom prst="rect">
            <a:avLst/>
          </a:prstGeom>
        </p:spPr>
        <p:txBody>
          <a:bodyPr anchor="t" rtlCol="false" tIns="0" lIns="0" bIns="0" rIns="0">
            <a:spAutoFit/>
          </a:bodyPr>
          <a:lstStyle/>
          <a:p>
            <a:pPr algn="ctr">
              <a:lnSpc>
                <a:spcPts val="5622"/>
              </a:lnSpc>
            </a:pPr>
            <a:r>
              <a:rPr lang="en-US" sz="5981" spc="-299">
                <a:solidFill>
                  <a:srgbClr val="FFFFFF"/>
                </a:solidFill>
                <a:latin typeface="210 클레이토이"/>
                <a:ea typeface="210 클레이토이"/>
                <a:cs typeface="210 클레이토이"/>
                <a:sym typeface="210 클레이토이"/>
              </a:rPr>
              <a:t>ELECTRICAL AND CONTROL ELEMENT </a:t>
            </a:r>
          </a:p>
        </p:txBody>
      </p:sp>
      <p:sp>
        <p:nvSpPr>
          <p:cNvPr name="TextBox 31" id="31"/>
          <p:cNvSpPr txBox="true"/>
          <p:nvPr/>
        </p:nvSpPr>
        <p:spPr>
          <a:xfrm rot="0">
            <a:off x="516481" y="3916943"/>
            <a:ext cx="7967865" cy="3586249"/>
          </a:xfrm>
          <a:prstGeom prst="rect">
            <a:avLst/>
          </a:prstGeom>
        </p:spPr>
        <p:txBody>
          <a:bodyPr anchor="t" rtlCol="false" tIns="0" lIns="0" bIns="0" rIns="0">
            <a:spAutoFit/>
          </a:bodyPr>
          <a:lstStyle/>
          <a:p>
            <a:pPr algn="l" marL="0" indent="0" lvl="0">
              <a:lnSpc>
                <a:spcPts val="3571"/>
              </a:lnSpc>
              <a:spcBef>
                <a:spcPct val="0"/>
              </a:spcBef>
            </a:pPr>
          </a:p>
          <a:p>
            <a:pPr algn="l" marL="0" indent="0" lvl="0">
              <a:lnSpc>
                <a:spcPts val="3571"/>
              </a:lnSpc>
              <a:spcBef>
                <a:spcPct val="0"/>
              </a:spcBef>
            </a:pPr>
            <a:r>
              <a:rPr lang="en-US" b="true" sz="2625" spc="23" strike="noStrike" u="none">
                <a:solidFill>
                  <a:srgbClr val="7B6861"/>
                </a:solidFill>
                <a:latin typeface="Quicksand Medium"/>
                <a:ea typeface="Quicksand Medium"/>
                <a:cs typeface="Quicksand Medium"/>
                <a:sym typeface="Quicksand Medium"/>
              </a:rPr>
              <a:t>1 ir to detect ball for shooting and dc motor rotates arm</a:t>
            </a:r>
          </a:p>
          <a:p>
            <a:pPr algn="l" marL="0" indent="0" lvl="0">
              <a:lnSpc>
                <a:spcPts val="3571"/>
              </a:lnSpc>
              <a:spcBef>
                <a:spcPct val="0"/>
              </a:spcBef>
            </a:pPr>
            <a:r>
              <a:rPr lang="en-US" b="true" sz="2625" spc="23" strike="noStrike" u="none">
                <a:solidFill>
                  <a:srgbClr val="7B6861"/>
                </a:solidFill>
                <a:latin typeface="Quicksand Medium"/>
                <a:ea typeface="Quicksand Medium"/>
                <a:cs typeface="Quicksand Medium"/>
                <a:sym typeface="Quicksand Medium"/>
              </a:rPr>
              <a:t>Dc motor rotates lifting</a:t>
            </a:r>
          </a:p>
          <a:p>
            <a:pPr algn="l" marL="0" indent="0" lvl="0">
              <a:lnSpc>
                <a:spcPts val="3571"/>
              </a:lnSpc>
              <a:spcBef>
                <a:spcPct val="0"/>
              </a:spcBef>
            </a:pPr>
            <a:r>
              <a:rPr lang="en-US" b="true" sz="2625" spc="23" strike="noStrike" u="none">
                <a:solidFill>
                  <a:srgbClr val="7B6861"/>
                </a:solidFill>
                <a:latin typeface="Quicksand Medium"/>
                <a:ea typeface="Quicksand Medium"/>
                <a:cs typeface="Quicksand Medium"/>
                <a:sym typeface="Quicksand Medium"/>
              </a:rPr>
              <a:t>2 irs used to detect the color of the ball</a:t>
            </a:r>
          </a:p>
          <a:p>
            <a:pPr algn="l" marL="0" indent="0" lvl="0">
              <a:lnSpc>
                <a:spcPts val="3571"/>
              </a:lnSpc>
              <a:spcBef>
                <a:spcPct val="0"/>
              </a:spcBef>
            </a:pPr>
            <a:r>
              <a:rPr lang="en-US" b="true" sz="2625" spc="23" strike="noStrike" u="none">
                <a:solidFill>
                  <a:srgbClr val="7B6861"/>
                </a:solidFill>
                <a:latin typeface="Quicksand Medium"/>
                <a:ea typeface="Quicksand Medium"/>
                <a:cs typeface="Quicksand Medium"/>
                <a:sym typeface="Quicksand Medium"/>
              </a:rPr>
              <a:t>4 irs in each slot to detect whether ball scored or miss </a:t>
            </a:r>
          </a:p>
          <a:p>
            <a:pPr algn="l" marL="0" indent="0" lvl="0">
              <a:lnSpc>
                <a:spcPts val="3571"/>
              </a:lnSpc>
              <a:spcBef>
                <a:spcPct val="0"/>
              </a:spcBef>
            </a:pPr>
            <a:r>
              <a:rPr lang="en-US" b="true" sz="2625" spc="23" strike="noStrike" u="none">
                <a:solidFill>
                  <a:srgbClr val="7B6861"/>
                </a:solidFill>
                <a:latin typeface="Quicksand Medium"/>
                <a:ea typeface="Quicksand Medium"/>
                <a:cs typeface="Quicksand Medium"/>
                <a:sym typeface="Quicksand Medium"/>
              </a:rPr>
              <a:t>Joy stick used to move controllable pin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9EB6B6"/>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3107383">
            <a:off x="-1604021" y="-2270324"/>
            <a:ext cx="4241006" cy="4459949"/>
          </a:xfrm>
          <a:custGeom>
            <a:avLst/>
            <a:gdLst/>
            <a:ahLst/>
            <a:cxnLst/>
            <a:rect r="r" b="b" t="t" l="l"/>
            <a:pathLst>
              <a:path h="4459949" w="4241006">
                <a:moveTo>
                  <a:pt x="0" y="0"/>
                </a:moveTo>
                <a:lnTo>
                  <a:pt x="4241005" y="0"/>
                </a:lnTo>
                <a:lnTo>
                  <a:pt x="4241005" y="4459948"/>
                </a:lnTo>
                <a:lnTo>
                  <a:pt x="0" y="4459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584346">
            <a:off x="14375501" y="-185488"/>
            <a:ext cx="4149033" cy="3779392"/>
          </a:xfrm>
          <a:custGeom>
            <a:avLst/>
            <a:gdLst/>
            <a:ahLst/>
            <a:cxnLst/>
            <a:rect r="r" b="b" t="t" l="l"/>
            <a:pathLst>
              <a:path h="3779392" w="4149033">
                <a:moveTo>
                  <a:pt x="0" y="0"/>
                </a:moveTo>
                <a:lnTo>
                  <a:pt x="4149033" y="0"/>
                </a:lnTo>
                <a:lnTo>
                  <a:pt x="4149033" y="3779391"/>
                </a:lnTo>
                <a:lnTo>
                  <a:pt x="0" y="377939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1302171">
            <a:off x="5033140" y="-1475183"/>
            <a:ext cx="3696358" cy="2950366"/>
          </a:xfrm>
          <a:custGeom>
            <a:avLst/>
            <a:gdLst/>
            <a:ahLst/>
            <a:cxnLst/>
            <a:rect r="r" b="b" t="t" l="l"/>
            <a:pathLst>
              <a:path h="2950366" w="3696358">
                <a:moveTo>
                  <a:pt x="0" y="0"/>
                </a:moveTo>
                <a:lnTo>
                  <a:pt x="3696357" y="0"/>
                </a:lnTo>
                <a:lnTo>
                  <a:pt x="3696357" y="2950366"/>
                </a:lnTo>
                <a:lnTo>
                  <a:pt x="0" y="2950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7" id="17"/>
          <p:cNvSpPr txBox="true"/>
          <p:nvPr/>
        </p:nvSpPr>
        <p:spPr>
          <a:xfrm rot="0">
            <a:off x="1310742" y="896761"/>
            <a:ext cx="7725576" cy="2108415"/>
          </a:xfrm>
          <a:prstGeom prst="rect">
            <a:avLst/>
          </a:prstGeom>
        </p:spPr>
        <p:txBody>
          <a:bodyPr anchor="t" rtlCol="false" tIns="0" lIns="0" bIns="0" rIns="0">
            <a:spAutoFit/>
          </a:bodyPr>
          <a:lstStyle/>
          <a:p>
            <a:pPr algn="ctr">
              <a:lnSpc>
                <a:spcPts val="7974"/>
              </a:lnSpc>
            </a:pPr>
            <a:r>
              <a:rPr lang="en-US" sz="8483" spc="-424">
                <a:solidFill>
                  <a:srgbClr val="FFFFFF"/>
                </a:solidFill>
                <a:latin typeface="210 클레이토이"/>
                <a:ea typeface="210 클레이토이"/>
                <a:cs typeface="210 클레이토이"/>
                <a:sym typeface="210 클레이토이"/>
              </a:rPr>
              <a:t>SAFETY CONSIDERATIONS</a:t>
            </a:r>
          </a:p>
        </p:txBody>
      </p:sp>
      <p:sp>
        <p:nvSpPr>
          <p:cNvPr name="Freeform 18" id="18"/>
          <p:cNvSpPr/>
          <p:nvPr/>
        </p:nvSpPr>
        <p:spPr>
          <a:xfrm flipH="false" flipV="false" rot="0">
            <a:off x="1825707" y="2799085"/>
            <a:ext cx="6695646" cy="730434"/>
          </a:xfrm>
          <a:custGeom>
            <a:avLst/>
            <a:gdLst/>
            <a:ahLst/>
            <a:cxnLst/>
            <a:rect r="r" b="b" t="t" l="l"/>
            <a:pathLst>
              <a:path h="730434" w="6695646">
                <a:moveTo>
                  <a:pt x="0" y="0"/>
                </a:moveTo>
                <a:lnTo>
                  <a:pt x="6695646" y="0"/>
                </a:lnTo>
                <a:lnTo>
                  <a:pt x="6695646" y="730435"/>
                </a:lnTo>
                <a:lnTo>
                  <a:pt x="0" y="73043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1" id="21"/>
          <p:cNvGrpSpPr/>
          <p:nvPr/>
        </p:nvGrpSpPr>
        <p:grpSpPr>
          <a:xfrm rot="0">
            <a:off x="1016112" y="3980079"/>
            <a:ext cx="7210367" cy="5278221"/>
            <a:chOff x="0" y="0"/>
            <a:chExt cx="1899027" cy="1390149"/>
          </a:xfrm>
        </p:grpSpPr>
        <p:sp>
          <p:nvSpPr>
            <p:cNvPr name="Freeform 22" id="22"/>
            <p:cNvSpPr/>
            <p:nvPr/>
          </p:nvSpPr>
          <p:spPr>
            <a:xfrm flipH="false" flipV="false" rot="0">
              <a:off x="0" y="0"/>
              <a:ext cx="1899027" cy="1390149"/>
            </a:xfrm>
            <a:custGeom>
              <a:avLst/>
              <a:gdLst/>
              <a:ahLst/>
              <a:cxnLst/>
              <a:rect r="r" b="b" t="t" l="l"/>
              <a:pathLst>
                <a:path h="1390149" w="1899027">
                  <a:moveTo>
                    <a:pt x="34359" y="0"/>
                  </a:moveTo>
                  <a:lnTo>
                    <a:pt x="1864668" y="0"/>
                  </a:lnTo>
                  <a:cubicBezTo>
                    <a:pt x="1873780" y="0"/>
                    <a:pt x="1882520" y="3620"/>
                    <a:pt x="1888963" y="10064"/>
                  </a:cubicBezTo>
                  <a:cubicBezTo>
                    <a:pt x="1895407" y="16507"/>
                    <a:pt x="1899027" y="25246"/>
                    <a:pt x="1899027" y="34359"/>
                  </a:cubicBezTo>
                  <a:lnTo>
                    <a:pt x="1899027" y="1355790"/>
                  </a:lnTo>
                  <a:cubicBezTo>
                    <a:pt x="1899027" y="1364902"/>
                    <a:pt x="1895407" y="1373642"/>
                    <a:pt x="1888963" y="1380085"/>
                  </a:cubicBezTo>
                  <a:cubicBezTo>
                    <a:pt x="1882520" y="1386529"/>
                    <a:pt x="1873780" y="1390149"/>
                    <a:pt x="1864668" y="1390149"/>
                  </a:cubicBezTo>
                  <a:lnTo>
                    <a:pt x="34359" y="1390149"/>
                  </a:lnTo>
                  <a:cubicBezTo>
                    <a:pt x="25246" y="1390149"/>
                    <a:pt x="16507" y="1386529"/>
                    <a:pt x="10064" y="1380085"/>
                  </a:cubicBezTo>
                  <a:cubicBezTo>
                    <a:pt x="3620" y="1373642"/>
                    <a:pt x="0" y="1364902"/>
                    <a:pt x="0" y="1355790"/>
                  </a:cubicBezTo>
                  <a:lnTo>
                    <a:pt x="0" y="34359"/>
                  </a:lnTo>
                  <a:cubicBezTo>
                    <a:pt x="0" y="25246"/>
                    <a:pt x="3620" y="16507"/>
                    <a:pt x="10064" y="10064"/>
                  </a:cubicBezTo>
                  <a:cubicBezTo>
                    <a:pt x="16507" y="3620"/>
                    <a:pt x="25246" y="0"/>
                    <a:pt x="34359" y="0"/>
                  </a:cubicBezTo>
                  <a:close/>
                </a:path>
              </a:pathLst>
            </a:custGeom>
            <a:solidFill>
              <a:srgbClr val="FFFFFF"/>
            </a:solidFill>
            <a:ln w="47625" cap="rnd">
              <a:solidFill>
                <a:srgbClr val="998178"/>
              </a:solidFill>
              <a:prstDash val="solid"/>
              <a:round/>
            </a:ln>
          </p:spPr>
        </p:sp>
        <p:sp>
          <p:nvSpPr>
            <p:cNvPr name="TextBox 23" id="23"/>
            <p:cNvSpPr txBox="true"/>
            <p:nvPr/>
          </p:nvSpPr>
          <p:spPr>
            <a:xfrm>
              <a:off x="0" y="-38100"/>
              <a:ext cx="1899027" cy="1428249"/>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9565145" y="-1689219"/>
            <a:ext cx="8143755" cy="11683892"/>
            <a:chOff x="0" y="0"/>
            <a:chExt cx="2144857" cy="3077239"/>
          </a:xfrm>
        </p:grpSpPr>
        <p:sp>
          <p:nvSpPr>
            <p:cNvPr name="Freeform 25" id="25"/>
            <p:cNvSpPr/>
            <p:nvPr/>
          </p:nvSpPr>
          <p:spPr>
            <a:xfrm flipH="false" flipV="false" rot="0">
              <a:off x="0" y="0"/>
              <a:ext cx="2144857" cy="3077239"/>
            </a:xfrm>
            <a:custGeom>
              <a:avLst/>
              <a:gdLst/>
              <a:ahLst/>
              <a:cxnLst/>
              <a:rect r="r" b="b" t="t" l="l"/>
              <a:pathLst>
                <a:path h="3077239" w="2144857">
                  <a:moveTo>
                    <a:pt x="30421" y="0"/>
                  </a:moveTo>
                  <a:lnTo>
                    <a:pt x="2114436" y="0"/>
                  </a:lnTo>
                  <a:cubicBezTo>
                    <a:pt x="2122504" y="0"/>
                    <a:pt x="2130242" y="3205"/>
                    <a:pt x="2135947" y="8910"/>
                  </a:cubicBezTo>
                  <a:cubicBezTo>
                    <a:pt x="2141652" y="14615"/>
                    <a:pt x="2144857" y="22353"/>
                    <a:pt x="2144857" y="30421"/>
                  </a:cubicBezTo>
                  <a:lnTo>
                    <a:pt x="2144857" y="3046818"/>
                  </a:lnTo>
                  <a:cubicBezTo>
                    <a:pt x="2144857" y="3054886"/>
                    <a:pt x="2141652" y="3062624"/>
                    <a:pt x="2135947" y="3068329"/>
                  </a:cubicBezTo>
                  <a:cubicBezTo>
                    <a:pt x="2130242" y="3074034"/>
                    <a:pt x="2122504" y="3077239"/>
                    <a:pt x="2114436" y="3077239"/>
                  </a:cubicBezTo>
                  <a:lnTo>
                    <a:pt x="30421" y="3077239"/>
                  </a:lnTo>
                  <a:cubicBezTo>
                    <a:pt x="22353" y="3077239"/>
                    <a:pt x="14615" y="3074034"/>
                    <a:pt x="8910" y="3068329"/>
                  </a:cubicBezTo>
                  <a:cubicBezTo>
                    <a:pt x="3205" y="3062624"/>
                    <a:pt x="0" y="3054886"/>
                    <a:pt x="0" y="3046818"/>
                  </a:cubicBezTo>
                  <a:lnTo>
                    <a:pt x="0" y="30421"/>
                  </a:lnTo>
                  <a:cubicBezTo>
                    <a:pt x="0" y="22353"/>
                    <a:pt x="3205" y="14615"/>
                    <a:pt x="8910" y="8910"/>
                  </a:cubicBezTo>
                  <a:cubicBezTo>
                    <a:pt x="14615" y="3205"/>
                    <a:pt x="22353" y="0"/>
                    <a:pt x="30421" y="0"/>
                  </a:cubicBezTo>
                  <a:close/>
                </a:path>
              </a:pathLst>
            </a:custGeom>
            <a:solidFill>
              <a:srgbClr val="FFFFFF"/>
            </a:solidFill>
            <a:ln w="47625" cap="rnd">
              <a:solidFill>
                <a:srgbClr val="998178"/>
              </a:solidFill>
              <a:prstDash val="solid"/>
              <a:round/>
            </a:ln>
          </p:spPr>
        </p:sp>
        <p:sp>
          <p:nvSpPr>
            <p:cNvPr name="TextBox 26" id="26"/>
            <p:cNvSpPr txBox="true"/>
            <p:nvPr/>
          </p:nvSpPr>
          <p:spPr>
            <a:xfrm>
              <a:off x="0" y="-38100"/>
              <a:ext cx="2144857" cy="3115339"/>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379336" y="4272470"/>
            <a:ext cx="6423101" cy="4475788"/>
            <a:chOff x="0" y="0"/>
            <a:chExt cx="1691681" cy="1178808"/>
          </a:xfrm>
        </p:grpSpPr>
        <p:sp>
          <p:nvSpPr>
            <p:cNvPr name="Freeform 28" id="28"/>
            <p:cNvSpPr/>
            <p:nvPr/>
          </p:nvSpPr>
          <p:spPr>
            <a:xfrm flipH="false" flipV="false" rot="0">
              <a:off x="0" y="0"/>
              <a:ext cx="1691681" cy="1178808"/>
            </a:xfrm>
            <a:custGeom>
              <a:avLst/>
              <a:gdLst/>
              <a:ahLst/>
              <a:cxnLst/>
              <a:rect r="r" b="b" t="t" l="l"/>
              <a:pathLst>
                <a:path h="1178808" w="1691681">
                  <a:moveTo>
                    <a:pt x="31338" y="0"/>
                  </a:moveTo>
                  <a:lnTo>
                    <a:pt x="1660342" y="0"/>
                  </a:lnTo>
                  <a:cubicBezTo>
                    <a:pt x="1677650" y="0"/>
                    <a:pt x="1691681" y="14031"/>
                    <a:pt x="1691681" y="31338"/>
                  </a:cubicBezTo>
                  <a:lnTo>
                    <a:pt x="1691681" y="1147470"/>
                  </a:lnTo>
                  <a:cubicBezTo>
                    <a:pt x="1691681" y="1164778"/>
                    <a:pt x="1677650" y="1178808"/>
                    <a:pt x="1660342" y="1178808"/>
                  </a:cubicBezTo>
                  <a:lnTo>
                    <a:pt x="31338" y="1178808"/>
                  </a:lnTo>
                  <a:cubicBezTo>
                    <a:pt x="14031" y="1178808"/>
                    <a:pt x="0" y="1164778"/>
                    <a:pt x="0" y="1147470"/>
                  </a:cubicBezTo>
                  <a:lnTo>
                    <a:pt x="0" y="31338"/>
                  </a:lnTo>
                  <a:cubicBezTo>
                    <a:pt x="0" y="14031"/>
                    <a:pt x="14031" y="0"/>
                    <a:pt x="31338" y="0"/>
                  </a:cubicBezTo>
                  <a:close/>
                </a:path>
              </a:pathLst>
            </a:custGeom>
            <a:solidFill>
              <a:srgbClr val="FFFFFF"/>
            </a:solidFill>
            <a:ln w="38100" cap="rnd">
              <a:solidFill>
                <a:srgbClr val="BF9585"/>
              </a:solidFill>
              <a:prstDash val="lgDash"/>
              <a:round/>
            </a:ln>
          </p:spPr>
        </p:sp>
        <p:sp>
          <p:nvSpPr>
            <p:cNvPr name="TextBox 29" id="29"/>
            <p:cNvSpPr txBox="true"/>
            <p:nvPr/>
          </p:nvSpPr>
          <p:spPr>
            <a:xfrm>
              <a:off x="0" y="-38100"/>
              <a:ext cx="1691681" cy="1216908"/>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0" id="30"/>
          <p:cNvGrpSpPr/>
          <p:nvPr/>
        </p:nvGrpSpPr>
        <p:grpSpPr>
          <a:xfrm rot="0">
            <a:off x="10102773" y="303691"/>
            <a:ext cx="7108904" cy="3676388"/>
            <a:chOff x="0" y="0"/>
            <a:chExt cx="1872304" cy="968267"/>
          </a:xfrm>
        </p:grpSpPr>
        <p:sp>
          <p:nvSpPr>
            <p:cNvPr name="Freeform 31" id="31"/>
            <p:cNvSpPr/>
            <p:nvPr/>
          </p:nvSpPr>
          <p:spPr>
            <a:xfrm flipH="false" flipV="false" rot="0">
              <a:off x="0" y="0"/>
              <a:ext cx="1872304" cy="968267"/>
            </a:xfrm>
            <a:custGeom>
              <a:avLst/>
              <a:gdLst/>
              <a:ahLst/>
              <a:cxnLst/>
              <a:rect r="r" b="b" t="t" l="l"/>
              <a:pathLst>
                <a:path h="968267" w="1872304">
                  <a:moveTo>
                    <a:pt x="28315" y="0"/>
                  </a:moveTo>
                  <a:lnTo>
                    <a:pt x="1843989" y="0"/>
                  </a:lnTo>
                  <a:cubicBezTo>
                    <a:pt x="1859627" y="0"/>
                    <a:pt x="1872304" y="12677"/>
                    <a:pt x="1872304" y="28315"/>
                  </a:cubicBezTo>
                  <a:lnTo>
                    <a:pt x="1872304" y="939952"/>
                  </a:lnTo>
                  <a:cubicBezTo>
                    <a:pt x="1872304" y="947461"/>
                    <a:pt x="1869321" y="954663"/>
                    <a:pt x="1864011" y="959974"/>
                  </a:cubicBezTo>
                  <a:cubicBezTo>
                    <a:pt x="1858701" y="965284"/>
                    <a:pt x="1851499" y="968267"/>
                    <a:pt x="1843989" y="968267"/>
                  </a:cubicBezTo>
                  <a:lnTo>
                    <a:pt x="28315" y="968267"/>
                  </a:lnTo>
                  <a:cubicBezTo>
                    <a:pt x="12677" y="968267"/>
                    <a:pt x="0" y="955590"/>
                    <a:pt x="0" y="939952"/>
                  </a:cubicBezTo>
                  <a:lnTo>
                    <a:pt x="0" y="28315"/>
                  </a:lnTo>
                  <a:cubicBezTo>
                    <a:pt x="0" y="12677"/>
                    <a:pt x="12677" y="0"/>
                    <a:pt x="28315" y="0"/>
                  </a:cubicBezTo>
                  <a:close/>
                </a:path>
              </a:pathLst>
            </a:custGeom>
            <a:solidFill>
              <a:srgbClr val="FFFFFF"/>
            </a:solidFill>
            <a:ln w="38100" cap="rnd">
              <a:solidFill>
                <a:srgbClr val="BF9585"/>
              </a:solidFill>
              <a:prstDash val="lgDash"/>
              <a:round/>
            </a:ln>
          </p:spPr>
        </p:sp>
        <p:sp>
          <p:nvSpPr>
            <p:cNvPr name="TextBox 32" id="32"/>
            <p:cNvSpPr txBox="true"/>
            <p:nvPr/>
          </p:nvSpPr>
          <p:spPr>
            <a:xfrm>
              <a:off x="0" y="-38100"/>
              <a:ext cx="1872304" cy="100636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3" id="33"/>
          <p:cNvGrpSpPr/>
          <p:nvPr/>
        </p:nvGrpSpPr>
        <p:grpSpPr>
          <a:xfrm rot="0">
            <a:off x="10118867" y="4781595"/>
            <a:ext cx="7108904" cy="4070457"/>
            <a:chOff x="0" y="0"/>
            <a:chExt cx="1872304" cy="1072055"/>
          </a:xfrm>
        </p:grpSpPr>
        <p:sp>
          <p:nvSpPr>
            <p:cNvPr name="Freeform 34" id="34"/>
            <p:cNvSpPr/>
            <p:nvPr/>
          </p:nvSpPr>
          <p:spPr>
            <a:xfrm flipH="false" flipV="false" rot="0">
              <a:off x="0" y="0"/>
              <a:ext cx="1872304" cy="1072055"/>
            </a:xfrm>
            <a:custGeom>
              <a:avLst/>
              <a:gdLst/>
              <a:ahLst/>
              <a:cxnLst/>
              <a:rect r="r" b="b" t="t" l="l"/>
              <a:pathLst>
                <a:path h="1072055" w="1872304">
                  <a:moveTo>
                    <a:pt x="28315" y="0"/>
                  </a:moveTo>
                  <a:lnTo>
                    <a:pt x="1843989" y="0"/>
                  </a:lnTo>
                  <a:cubicBezTo>
                    <a:pt x="1859627" y="0"/>
                    <a:pt x="1872304" y="12677"/>
                    <a:pt x="1872304" y="28315"/>
                  </a:cubicBezTo>
                  <a:lnTo>
                    <a:pt x="1872304" y="1043739"/>
                  </a:lnTo>
                  <a:cubicBezTo>
                    <a:pt x="1872304" y="1059377"/>
                    <a:pt x="1859627" y="1072055"/>
                    <a:pt x="1843989" y="1072055"/>
                  </a:cubicBezTo>
                  <a:lnTo>
                    <a:pt x="28315" y="1072055"/>
                  </a:lnTo>
                  <a:cubicBezTo>
                    <a:pt x="12677" y="1072055"/>
                    <a:pt x="0" y="1059377"/>
                    <a:pt x="0" y="1043739"/>
                  </a:cubicBezTo>
                  <a:lnTo>
                    <a:pt x="0" y="28315"/>
                  </a:lnTo>
                  <a:cubicBezTo>
                    <a:pt x="0" y="12677"/>
                    <a:pt x="12677" y="0"/>
                    <a:pt x="28315" y="0"/>
                  </a:cubicBezTo>
                  <a:close/>
                </a:path>
              </a:pathLst>
            </a:custGeom>
            <a:solidFill>
              <a:srgbClr val="FFFFFF"/>
            </a:solidFill>
            <a:ln w="38100" cap="rnd">
              <a:solidFill>
                <a:srgbClr val="BF9585"/>
              </a:solidFill>
              <a:prstDash val="lgDash"/>
              <a:round/>
            </a:ln>
          </p:spPr>
        </p:sp>
        <p:sp>
          <p:nvSpPr>
            <p:cNvPr name="TextBox 35" id="35"/>
            <p:cNvSpPr txBox="true"/>
            <p:nvPr/>
          </p:nvSpPr>
          <p:spPr>
            <a:xfrm>
              <a:off x="0" y="-38100"/>
              <a:ext cx="1872304" cy="111015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36" id="36"/>
          <p:cNvSpPr/>
          <p:nvPr/>
        </p:nvSpPr>
        <p:spPr>
          <a:xfrm flipH="false" flipV="false" rot="0">
            <a:off x="10471448" y="5139760"/>
            <a:ext cx="6331150" cy="3561272"/>
          </a:xfrm>
          <a:custGeom>
            <a:avLst/>
            <a:gdLst/>
            <a:ahLst/>
            <a:cxnLst/>
            <a:rect r="r" b="b" t="t" l="l"/>
            <a:pathLst>
              <a:path h="3561272" w="6331150">
                <a:moveTo>
                  <a:pt x="0" y="0"/>
                </a:moveTo>
                <a:lnTo>
                  <a:pt x="6331150" y="0"/>
                </a:lnTo>
                <a:lnTo>
                  <a:pt x="6331150" y="3561271"/>
                </a:lnTo>
                <a:lnTo>
                  <a:pt x="0" y="3561271"/>
                </a:lnTo>
                <a:lnTo>
                  <a:pt x="0" y="0"/>
                </a:lnTo>
                <a:close/>
              </a:path>
            </a:pathLst>
          </a:custGeom>
          <a:blipFill>
            <a:blip r:embed="rId18"/>
            <a:stretch>
              <a:fillRect l="0" t="0" r="0" b="0"/>
            </a:stretch>
          </a:blipFill>
        </p:spPr>
      </p:sp>
      <p:sp>
        <p:nvSpPr>
          <p:cNvPr name="TextBox 37" id="37"/>
          <p:cNvSpPr txBox="true"/>
          <p:nvPr/>
        </p:nvSpPr>
        <p:spPr>
          <a:xfrm rot="0">
            <a:off x="1591738" y="4484805"/>
            <a:ext cx="5423493" cy="4367247"/>
          </a:xfrm>
          <a:prstGeom prst="rect">
            <a:avLst/>
          </a:prstGeom>
        </p:spPr>
        <p:txBody>
          <a:bodyPr anchor="t" rtlCol="false" tIns="0" lIns="0" bIns="0" rIns="0">
            <a:spAutoFit/>
          </a:bodyPr>
          <a:lstStyle/>
          <a:p>
            <a:pPr algn="l" marL="0" indent="0" lvl="0">
              <a:lnSpc>
                <a:spcPts val="2317"/>
              </a:lnSpc>
              <a:spcBef>
                <a:spcPct val="0"/>
              </a:spcBef>
            </a:pPr>
            <a:r>
              <a:rPr lang="en-US" b="true" sz="1704" spc="15">
                <a:solidFill>
                  <a:srgbClr val="7B6861"/>
                </a:solidFill>
                <a:latin typeface="Quicksand Medium"/>
                <a:ea typeface="Quicksand Medium"/>
                <a:cs typeface="Quicksand Medium"/>
                <a:sym typeface="Quicksand Medium"/>
              </a:rPr>
              <a:t>M</a:t>
            </a:r>
            <a:r>
              <a:rPr lang="en-US" b="true" sz="1704" spc="15" strike="noStrike" u="none">
                <a:solidFill>
                  <a:srgbClr val="7B6861"/>
                </a:solidFill>
                <a:latin typeface="Quicksand Medium"/>
                <a:ea typeface="Quicksand Medium"/>
                <a:cs typeface="Quicksand Medium"/>
                <a:sym typeface="Quicksand Medium"/>
              </a:rPr>
              <a:t>ec</a:t>
            </a:r>
            <a:r>
              <a:rPr lang="en-US" b="true" sz="1704" spc="15" strike="noStrike" u="none">
                <a:solidFill>
                  <a:srgbClr val="7B6861"/>
                </a:solidFill>
                <a:latin typeface="Quicksand Medium"/>
                <a:ea typeface="Quicksand Medium"/>
                <a:cs typeface="Quicksand Medium"/>
                <a:sym typeface="Quicksand Medium"/>
              </a:rPr>
              <a:t>h</a:t>
            </a:r>
            <a:r>
              <a:rPr lang="en-US" b="true" sz="1704" spc="15" strike="noStrike" u="none">
                <a:solidFill>
                  <a:srgbClr val="7B6861"/>
                </a:solidFill>
                <a:latin typeface="Quicksand Medium"/>
                <a:ea typeface="Quicksand Medium"/>
                <a:cs typeface="Quicksand Medium"/>
                <a:sym typeface="Quicksand Medium"/>
              </a:rPr>
              <a:t>anical Sa</a:t>
            </a:r>
            <a:r>
              <a:rPr lang="en-US" b="true" sz="1704" spc="15" strike="noStrike" u="none">
                <a:solidFill>
                  <a:srgbClr val="7B6861"/>
                </a:solidFill>
                <a:latin typeface="Quicksand Medium"/>
                <a:ea typeface="Quicksand Medium"/>
                <a:cs typeface="Quicksand Medium"/>
                <a:sym typeface="Quicksand Medium"/>
              </a:rPr>
              <a:t>f</a:t>
            </a:r>
            <a:r>
              <a:rPr lang="en-US" b="true" sz="1704" spc="15" strike="noStrike" u="none">
                <a:solidFill>
                  <a:srgbClr val="7B6861"/>
                </a:solidFill>
                <a:latin typeface="Quicksand Medium"/>
                <a:ea typeface="Quicksand Medium"/>
                <a:cs typeface="Quicksand Medium"/>
                <a:sym typeface="Quicksand Medium"/>
              </a:rPr>
              <a:t>et</a:t>
            </a:r>
            <a:r>
              <a:rPr lang="en-US" b="true" sz="1704" spc="15" strike="noStrike" u="none">
                <a:solidFill>
                  <a:srgbClr val="7B6861"/>
                </a:solidFill>
                <a:latin typeface="Quicksand Medium"/>
                <a:ea typeface="Quicksand Medium"/>
                <a:cs typeface="Quicksand Medium"/>
                <a:sym typeface="Quicksand Medium"/>
              </a:rPr>
              <a:t>y</a:t>
            </a:r>
          </a:p>
          <a:p>
            <a:pPr algn="l" marL="0" indent="0" lvl="0">
              <a:lnSpc>
                <a:spcPts val="2317"/>
              </a:lnSpc>
              <a:spcBef>
                <a:spcPct val="0"/>
              </a:spcBef>
            </a:pPr>
          </a:p>
          <a:p>
            <a:pPr algn="l" marL="0" indent="0" lvl="0">
              <a:lnSpc>
                <a:spcPts val="2317"/>
              </a:lnSpc>
              <a:spcBef>
                <a:spcPct val="0"/>
              </a:spcBef>
            </a:pPr>
            <a:r>
              <a:rPr lang="en-US" b="true" sz="1704" spc="15" strike="noStrike" u="none">
                <a:solidFill>
                  <a:srgbClr val="7B6861"/>
                </a:solidFill>
                <a:latin typeface="Quicksand Medium"/>
                <a:ea typeface="Quicksand Medium"/>
                <a:cs typeface="Quicksand Medium"/>
                <a:sym typeface="Quicksand Medium"/>
              </a:rPr>
              <a:t>Rounded Edges: The external chassis (elephant body) has no sharp corners or edges to prevent injuries.</a:t>
            </a:r>
          </a:p>
          <a:p>
            <a:pPr algn="l" marL="0" indent="0" lvl="0">
              <a:lnSpc>
                <a:spcPts val="2317"/>
              </a:lnSpc>
              <a:spcBef>
                <a:spcPct val="0"/>
              </a:spcBef>
            </a:pPr>
          </a:p>
          <a:p>
            <a:pPr algn="l" marL="0" indent="0" lvl="0">
              <a:lnSpc>
                <a:spcPts val="2317"/>
              </a:lnSpc>
              <a:spcBef>
                <a:spcPct val="0"/>
              </a:spcBef>
            </a:pPr>
            <a:r>
              <a:rPr lang="en-US" b="true" sz="1704" spc="15" strike="noStrike" u="none">
                <a:solidFill>
                  <a:srgbClr val="7B6861"/>
                </a:solidFill>
                <a:latin typeface="Quicksand Medium"/>
                <a:ea typeface="Quicksand Medium"/>
                <a:cs typeface="Quicksand Medium"/>
                <a:sym typeface="Quicksand Medium"/>
              </a:rPr>
              <a:t>Enclosed Mechanisms: The Archimedes screw and the high-speed shooting striker are completely enclosed inside the toy's casing, keeping the child’s fingers safe from moving parts.</a:t>
            </a:r>
          </a:p>
          <a:p>
            <a:pPr algn="l">
              <a:lnSpc>
                <a:spcPts val="2317"/>
              </a:lnSpc>
              <a:spcBef>
                <a:spcPct val="0"/>
              </a:spcBef>
            </a:pPr>
          </a:p>
          <a:p>
            <a:pPr algn="l">
              <a:lnSpc>
                <a:spcPts val="2317"/>
              </a:lnSpc>
              <a:spcBef>
                <a:spcPct val="0"/>
              </a:spcBef>
            </a:pPr>
            <a:r>
              <a:rPr lang="en-US" b="true" sz="1704" spc="15" strike="noStrike" u="none">
                <a:solidFill>
                  <a:srgbClr val="7B6861"/>
                </a:solidFill>
                <a:latin typeface="Quicksand Medium"/>
                <a:ea typeface="Quicksand Medium"/>
                <a:cs typeface="Quicksand Medium"/>
                <a:sym typeface="Quicksand Medium"/>
              </a:rPr>
              <a:t>Safe Projectile Velocity: The DC motor for the shooting mechanism is tuned (via code/voltage) to launch the ball at a low, safe velocity.</a:t>
            </a:r>
          </a:p>
          <a:p>
            <a:pPr algn="l" marL="0" indent="0" lvl="0">
              <a:lnSpc>
                <a:spcPts val="2317"/>
              </a:lnSpc>
              <a:spcBef>
                <a:spcPct val="0"/>
              </a:spcBef>
            </a:pPr>
          </a:p>
        </p:txBody>
      </p:sp>
      <p:sp>
        <p:nvSpPr>
          <p:cNvPr name="TextBox 38" id="38"/>
          <p:cNvSpPr txBox="true"/>
          <p:nvPr/>
        </p:nvSpPr>
        <p:spPr>
          <a:xfrm rot="0">
            <a:off x="10362915" y="544798"/>
            <a:ext cx="6620810" cy="3259908"/>
          </a:xfrm>
          <a:prstGeom prst="rect">
            <a:avLst/>
          </a:prstGeom>
        </p:spPr>
        <p:txBody>
          <a:bodyPr anchor="t" rtlCol="false" tIns="0" lIns="0" bIns="0" rIns="0">
            <a:spAutoFit/>
          </a:bodyPr>
          <a:lstStyle/>
          <a:p>
            <a:pPr algn="l" marL="0" indent="0" lvl="0">
              <a:lnSpc>
                <a:spcPts val="2362"/>
              </a:lnSpc>
              <a:spcBef>
                <a:spcPct val="0"/>
              </a:spcBef>
            </a:pPr>
            <a:r>
              <a:rPr lang="en-US" b="true" sz="1737" spc="15">
                <a:solidFill>
                  <a:srgbClr val="7B6861"/>
                </a:solidFill>
                <a:latin typeface="Quicksand Medium"/>
                <a:ea typeface="Quicksand Medium"/>
                <a:cs typeface="Quicksand Medium"/>
                <a:sym typeface="Quicksand Medium"/>
              </a:rPr>
              <a:t>M</a:t>
            </a:r>
            <a:r>
              <a:rPr lang="en-US" b="true" sz="1737" spc="15" strike="noStrike" u="none">
                <a:solidFill>
                  <a:srgbClr val="7B6861"/>
                </a:solidFill>
                <a:latin typeface="Quicksand Medium"/>
                <a:ea typeface="Quicksand Medium"/>
                <a:cs typeface="Quicksand Medium"/>
                <a:sym typeface="Quicksand Medium"/>
              </a:rPr>
              <a:t>aterial </a:t>
            </a:r>
            <a:r>
              <a:rPr lang="en-US" b="true" sz="1737" spc="15" strike="noStrike" u="none">
                <a:solidFill>
                  <a:srgbClr val="7B6861"/>
                </a:solidFill>
                <a:latin typeface="Quicksand Medium"/>
                <a:ea typeface="Quicksand Medium"/>
                <a:cs typeface="Quicksand Medium"/>
                <a:sym typeface="Quicksand Medium"/>
              </a:rPr>
              <a:t>&amp;</a:t>
            </a:r>
            <a:r>
              <a:rPr lang="en-US" b="true" sz="1737" spc="15" strike="noStrike" u="none">
                <a:solidFill>
                  <a:srgbClr val="7B6861"/>
                </a:solidFill>
                <a:latin typeface="Quicksand Medium"/>
                <a:ea typeface="Quicksand Medium"/>
                <a:cs typeface="Quicksand Medium"/>
                <a:sym typeface="Quicksand Medium"/>
              </a:rPr>
              <a:t> </a:t>
            </a:r>
            <a:r>
              <a:rPr lang="en-US" b="true" sz="1737" spc="15" strike="noStrike" u="none">
                <a:solidFill>
                  <a:srgbClr val="7B6861"/>
                </a:solidFill>
                <a:latin typeface="Quicksand Medium"/>
                <a:ea typeface="Quicksand Medium"/>
                <a:cs typeface="Quicksand Medium"/>
                <a:sym typeface="Quicksand Medium"/>
              </a:rPr>
              <a:t>C</a:t>
            </a:r>
            <a:r>
              <a:rPr lang="en-US" b="true" sz="1737" spc="15" strike="noStrike" u="none">
                <a:solidFill>
                  <a:srgbClr val="7B6861"/>
                </a:solidFill>
                <a:latin typeface="Quicksand Medium"/>
                <a:ea typeface="Quicksand Medium"/>
                <a:cs typeface="Quicksand Medium"/>
                <a:sym typeface="Quicksand Medium"/>
              </a:rPr>
              <a:t>omp</a:t>
            </a:r>
            <a:r>
              <a:rPr lang="en-US" b="true" sz="1737" spc="15" strike="noStrike" u="none">
                <a:solidFill>
                  <a:srgbClr val="7B6861"/>
                </a:solidFill>
                <a:latin typeface="Quicksand Medium"/>
                <a:ea typeface="Quicksand Medium"/>
                <a:cs typeface="Quicksand Medium"/>
                <a:sym typeface="Quicksand Medium"/>
              </a:rPr>
              <a:t>o</a:t>
            </a:r>
            <a:r>
              <a:rPr lang="en-US" b="true" sz="1737" spc="15" strike="noStrike" u="none">
                <a:solidFill>
                  <a:srgbClr val="7B6861"/>
                </a:solidFill>
                <a:latin typeface="Quicksand Medium"/>
                <a:ea typeface="Quicksand Medium"/>
                <a:cs typeface="Quicksand Medium"/>
                <a:sym typeface="Quicksand Medium"/>
              </a:rPr>
              <a:t>nent </a:t>
            </a:r>
            <a:r>
              <a:rPr lang="en-US" b="true" sz="1737" spc="15" strike="noStrike" u="none">
                <a:solidFill>
                  <a:srgbClr val="7B6861"/>
                </a:solidFill>
                <a:latin typeface="Quicksand Medium"/>
                <a:ea typeface="Quicksand Medium"/>
                <a:cs typeface="Quicksand Medium"/>
                <a:sym typeface="Quicksand Medium"/>
              </a:rPr>
              <a:t>S</a:t>
            </a:r>
            <a:r>
              <a:rPr lang="en-US" b="true" sz="1737" spc="15" strike="noStrike" u="none">
                <a:solidFill>
                  <a:srgbClr val="7B6861"/>
                </a:solidFill>
                <a:latin typeface="Quicksand Medium"/>
                <a:ea typeface="Quicksand Medium"/>
                <a:cs typeface="Quicksand Medium"/>
                <a:sym typeface="Quicksand Medium"/>
              </a:rPr>
              <a:t>a</a:t>
            </a:r>
            <a:r>
              <a:rPr lang="en-US" b="true" sz="1737" spc="15" strike="noStrike" u="none">
                <a:solidFill>
                  <a:srgbClr val="7B6861"/>
                </a:solidFill>
                <a:latin typeface="Quicksand Medium"/>
                <a:ea typeface="Quicksand Medium"/>
                <a:cs typeface="Quicksand Medium"/>
                <a:sym typeface="Quicksand Medium"/>
              </a:rPr>
              <a:t>f</a:t>
            </a:r>
            <a:r>
              <a:rPr lang="en-US" b="true" sz="1737" spc="15" strike="noStrike" u="none">
                <a:solidFill>
                  <a:srgbClr val="7B6861"/>
                </a:solidFill>
                <a:latin typeface="Quicksand Medium"/>
                <a:ea typeface="Quicksand Medium"/>
                <a:cs typeface="Quicksand Medium"/>
                <a:sym typeface="Quicksand Medium"/>
              </a:rPr>
              <a:t>et</a:t>
            </a:r>
            <a:r>
              <a:rPr lang="en-US" b="true" sz="1737" spc="15" strike="noStrike" u="none">
                <a:solidFill>
                  <a:srgbClr val="7B6861"/>
                </a:solidFill>
                <a:latin typeface="Quicksand Medium"/>
                <a:ea typeface="Quicksand Medium"/>
                <a:cs typeface="Quicksand Medium"/>
                <a:sym typeface="Quicksand Medium"/>
              </a:rPr>
              <a:t>y</a:t>
            </a:r>
          </a:p>
          <a:p>
            <a:pPr algn="l" marL="0" indent="0" lvl="0">
              <a:lnSpc>
                <a:spcPts val="2362"/>
              </a:lnSpc>
              <a:spcBef>
                <a:spcPct val="0"/>
              </a:spcBef>
            </a:pPr>
          </a:p>
          <a:p>
            <a:pPr algn="l" marL="0" indent="0" lvl="0">
              <a:lnSpc>
                <a:spcPts val="2362"/>
              </a:lnSpc>
              <a:spcBef>
                <a:spcPct val="0"/>
              </a:spcBef>
            </a:pPr>
            <a:r>
              <a:rPr lang="en-US" b="true" sz="1737" spc="15" strike="noStrike" u="none">
                <a:solidFill>
                  <a:srgbClr val="7B6861"/>
                </a:solidFill>
                <a:latin typeface="Quicksand Medium"/>
                <a:ea typeface="Quicksand Medium"/>
                <a:cs typeface="Quicksand Medium"/>
                <a:sym typeface="Quicksand Medium"/>
              </a:rPr>
              <a:t>Choking Hazard Prevention: The sorted shapes and balls are designed with diameters larger than 4.5 cm.</a:t>
            </a:r>
          </a:p>
          <a:p>
            <a:pPr algn="l" marL="0" indent="0" lvl="0">
              <a:lnSpc>
                <a:spcPts val="2362"/>
              </a:lnSpc>
              <a:spcBef>
                <a:spcPct val="0"/>
              </a:spcBef>
            </a:pPr>
          </a:p>
          <a:p>
            <a:pPr algn="l" marL="0" indent="0" lvl="0">
              <a:lnSpc>
                <a:spcPts val="2362"/>
              </a:lnSpc>
              <a:spcBef>
                <a:spcPct val="0"/>
              </a:spcBef>
            </a:pPr>
            <a:r>
              <a:rPr lang="en-US" b="true" sz="1737" spc="15" strike="noStrike" u="none">
                <a:solidFill>
                  <a:srgbClr val="7B6861"/>
                </a:solidFill>
                <a:latin typeface="Quicksand Medium"/>
                <a:ea typeface="Quicksand Medium"/>
                <a:cs typeface="Quicksand Medium"/>
                <a:sym typeface="Quicksand Medium"/>
              </a:rPr>
              <a:t>Non-toxic Materials: Designed to be manufactured using safe, non-toxic plastics (PLA for 3D printing).</a:t>
            </a:r>
          </a:p>
          <a:p>
            <a:pPr algn="l" marL="0" indent="0" lvl="0">
              <a:lnSpc>
                <a:spcPts val="2362"/>
              </a:lnSpc>
              <a:spcBef>
                <a:spcPct val="0"/>
              </a:spcBef>
            </a:pPr>
          </a:p>
          <a:p>
            <a:pPr algn="l" marL="0" indent="0" lvl="0">
              <a:lnSpc>
                <a:spcPts val="2362"/>
              </a:lnSpc>
              <a:spcBef>
                <a:spcPct val="0"/>
              </a:spcBef>
            </a:pPr>
            <a:r>
              <a:rPr lang="en-US" b="true" sz="1737" spc="15" strike="noStrike" u="none">
                <a:solidFill>
                  <a:srgbClr val="7B6861"/>
                </a:solidFill>
                <a:latin typeface="Quicksand Medium"/>
                <a:ea typeface="Quicksand Medium"/>
                <a:cs typeface="Quicksand Medium"/>
                <a:sym typeface="Quicksand Medium"/>
              </a:rPr>
              <a:t>All wiring, batteries, and the Proteus-designed control circuit are completely isolated in a secure, screw-locked bottom compartment away from the child's reach.</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9EB6B6"/>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TextBox 11" id="11"/>
          <p:cNvSpPr txBox="true"/>
          <p:nvPr/>
        </p:nvSpPr>
        <p:spPr>
          <a:xfrm rot="0">
            <a:off x="1324452" y="620560"/>
            <a:ext cx="7658072" cy="2268997"/>
          </a:xfrm>
          <a:prstGeom prst="rect">
            <a:avLst/>
          </a:prstGeom>
        </p:spPr>
        <p:txBody>
          <a:bodyPr anchor="t" rtlCol="false" tIns="0" lIns="0" bIns="0" rIns="0">
            <a:spAutoFit/>
          </a:bodyPr>
          <a:lstStyle/>
          <a:p>
            <a:pPr algn="ctr">
              <a:lnSpc>
                <a:spcPts val="8630"/>
              </a:lnSpc>
            </a:pPr>
            <a:r>
              <a:rPr lang="en-US" sz="9181" spc="-459">
                <a:solidFill>
                  <a:srgbClr val="FFFFFF"/>
                </a:solidFill>
                <a:latin typeface="210 클레이토이"/>
                <a:ea typeface="210 클레이토이"/>
                <a:cs typeface="210 클레이토이"/>
                <a:sym typeface="210 클레이토이"/>
              </a:rPr>
              <a:t>EDUCATIONAL IMPACT</a:t>
            </a:r>
          </a:p>
        </p:txBody>
      </p:sp>
      <p:sp>
        <p:nvSpPr>
          <p:cNvPr name="Freeform 12" id="12"/>
          <p:cNvSpPr/>
          <p:nvPr/>
        </p:nvSpPr>
        <p:spPr>
          <a:xfrm flipH="false" flipV="false" rot="0">
            <a:off x="1591738" y="2656349"/>
            <a:ext cx="6395151" cy="697653"/>
          </a:xfrm>
          <a:custGeom>
            <a:avLst/>
            <a:gdLst/>
            <a:ahLst/>
            <a:cxnLst/>
            <a:rect r="r" b="b" t="t" l="l"/>
            <a:pathLst>
              <a:path h="697653" w="6395151">
                <a:moveTo>
                  <a:pt x="0" y="0"/>
                </a:moveTo>
                <a:lnTo>
                  <a:pt x="6395151" y="0"/>
                </a:lnTo>
                <a:lnTo>
                  <a:pt x="6395151" y="697653"/>
                </a:lnTo>
                <a:lnTo>
                  <a:pt x="0" y="6976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3107383">
            <a:off x="-2190621" y="-2229974"/>
            <a:ext cx="4241006" cy="4459949"/>
          </a:xfrm>
          <a:custGeom>
            <a:avLst/>
            <a:gdLst/>
            <a:ahLst/>
            <a:cxnLst/>
            <a:rect r="r" b="b" t="t" l="l"/>
            <a:pathLst>
              <a:path h="4459949" w="4241006">
                <a:moveTo>
                  <a:pt x="0" y="0"/>
                </a:moveTo>
                <a:lnTo>
                  <a:pt x="4241006" y="0"/>
                </a:lnTo>
                <a:lnTo>
                  <a:pt x="4241006" y="4459948"/>
                </a:lnTo>
                <a:lnTo>
                  <a:pt x="0" y="445994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584346">
            <a:off x="12984535" y="-164707"/>
            <a:ext cx="4415405" cy="4022032"/>
          </a:xfrm>
          <a:custGeom>
            <a:avLst/>
            <a:gdLst/>
            <a:ahLst/>
            <a:cxnLst/>
            <a:rect r="r" b="b" t="t" l="l"/>
            <a:pathLst>
              <a:path h="4022032" w="4415405">
                <a:moveTo>
                  <a:pt x="0" y="0"/>
                </a:moveTo>
                <a:lnTo>
                  <a:pt x="4415405" y="0"/>
                </a:lnTo>
                <a:lnTo>
                  <a:pt x="4415405" y="4022033"/>
                </a:lnTo>
                <a:lnTo>
                  <a:pt x="0" y="402203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8" id="18"/>
          <p:cNvSpPr/>
          <p:nvPr/>
        </p:nvSpPr>
        <p:spPr>
          <a:xfrm flipH="false" flipV="false" rot="-1302171">
            <a:off x="6208123" y="-1475183"/>
            <a:ext cx="3696358" cy="2950366"/>
          </a:xfrm>
          <a:custGeom>
            <a:avLst/>
            <a:gdLst/>
            <a:ahLst/>
            <a:cxnLst/>
            <a:rect r="r" b="b" t="t" l="l"/>
            <a:pathLst>
              <a:path h="2950366" w="3696358">
                <a:moveTo>
                  <a:pt x="0" y="0"/>
                </a:moveTo>
                <a:lnTo>
                  <a:pt x="3696358" y="0"/>
                </a:lnTo>
                <a:lnTo>
                  <a:pt x="3696358" y="2950366"/>
                </a:lnTo>
                <a:lnTo>
                  <a:pt x="0" y="295036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0" id="20"/>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1" id="21"/>
          <p:cNvGrpSpPr/>
          <p:nvPr/>
        </p:nvGrpSpPr>
        <p:grpSpPr>
          <a:xfrm rot="0">
            <a:off x="8056302" y="2796433"/>
            <a:ext cx="9239724" cy="10206623"/>
            <a:chOff x="0" y="0"/>
            <a:chExt cx="2433508" cy="2688164"/>
          </a:xfrm>
        </p:grpSpPr>
        <p:sp>
          <p:nvSpPr>
            <p:cNvPr name="Freeform 22" id="22"/>
            <p:cNvSpPr/>
            <p:nvPr/>
          </p:nvSpPr>
          <p:spPr>
            <a:xfrm flipH="false" flipV="false" rot="0">
              <a:off x="0" y="0"/>
              <a:ext cx="2433508" cy="2688164"/>
            </a:xfrm>
            <a:custGeom>
              <a:avLst/>
              <a:gdLst/>
              <a:ahLst/>
              <a:cxnLst/>
              <a:rect r="r" b="b" t="t" l="l"/>
              <a:pathLst>
                <a:path h="2688164" w="2433508">
                  <a:moveTo>
                    <a:pt x="26813" y="0"/>
                  </a:moveTo>
                  <a:lnTo>
                    <a:pt x="2406695" y="0"/>
                  </a:lnTo>
                  <a:cubicBezTo>
                    <a:pt x="2421503" y="0"/>
                    <a:pt x="2433508" y="12004"/>
                    <a:pt x="2433508" y="26813"/>
                  </a:cubicBezTo>
                  <a:lnTo>
                    <a:pt x="2433508" y="2661352"/>
                  </a:lnTo>
                  <a:cubicBezTo>
                    <a:pt x="2433508" y="2668463"/>
                    <a:pt x="2430683" y="2675283"/>
                    <a:pt x="2425654" y="2680311"/>
                  </a:cubicBezTo>
                  <a:cubicBezTo>
                    <a:pt x="2420626" y="2685339"/>
                    <a:pt x="2413806" y="2688164"/>
                    <a:pt x="2406695" y="2688164"/>
                  </a:cubicBezTo>
                  <a:lnTo>
                    <a:pt x="26813" y="2688164"/>
                  </a:lnTo>
                  <a:cubicBezTo>
                    <a:pt x="12004" y="2688164"/>
                    <a:pt x="0" y="2676160"/>
                    <a:pt x="0" y="2661352"/>
                  </a:cubicBezTo>
                  <a:lnTo>
                    <a:pt x="0" y="26813"/>
                  </a:lnTo>
                  <a:cubicBezTo>
                    <a:pt x="0" y="12004"/>
                    <a:pt x="12004" y="0"/>
                    <a:pt x="26813" y="0"/>
                  </a:cubicBezTo>
                  <a:close/>
                </a:path>
              </a:pathLst>
            </a:custGeom>
            <a:solidFill>
              <a:srgbClr val="FFFFFF"/>
            </a:solidFill>
            <a:ln w="47625" cap="rnd">
              <a:solidFill>
                <a:srgbClr val="998178"/>
              </a:solidFill>
              <a:prstDash val="solid"/>
              <a:round/>
            </a:ln>
          </p:spPr>
        </p:sp>
        <p:sp>
          <p:nvSpPr>
            <p:cNvPr name="TextBox 23" id="23"/>
            <p:cNvSpPr txBox="true"/>
            <p:nvPr/>
          </p:nvSpPr>
          <p:spPr>
            <a:xfrm>
              <a:off x="0" y="-38100"/>
              <a:ext cx="2433508" cy="2726264"/>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214117" y="3550105"/>
            <a:ext cx="7551920" cy="5708195"/>
            <a:chOff x="0" y="0"/>
            <a:chExt cx="1988983" cy="1503393"/>
          </a:xfrm>
        </p:grpSpPr>
        <p:sp>
          <p:nvSpPr>
            <p:cNvPr name="Freeform 25" id="25"/>
            <p:cNvSpPr/>
            <p:nvPr/>
          </p:nvSpPr>
          <p:spPr>
            <a:xfrm flipH="false" flipV="false" rot="0">
              <a:off x="0" y="0"/>
              <a:ext cx="1988983" cy="1503393"/>
            </a:xfrm>
            <a:custGeom>
              <a:avLst/>
              <a:gdLst/>
              <a:ahLst/>
              <a:cxnLst/>
              <a:rect r="r" b="b" t="t" l="l"/>
              <a:pathLst>
                <a:path h="1503393" w="1988983">
                  <a:moveTo>
                    <a:pt x="32805" y="0"/>
                  </a:moveTo>
                  <a:lnTo>
                    <a:pt x="1956178" y="0"/>
                  </a:lnTo>
                  <a:cubicBezTo>
                    <a:pt x="1964878" y="0"/>
                    <a:pt x="1973223" y="3456"/>
                    <a:pt x="1979375" y="9608"/>
                  </a:cubicBezTo>
                  <a:cubicBezTo>
                    <a:pt x="1985527" y="15761"/>
                    <a:pt x="1988983" y="24105"/>
                    <a:pt x="1988983" y="32805"/>
                  </a:cubicBezTo>
                  <a:lnTo>
                    <a:pt x="1988983" y="1470588"/>
                  </a:lnTo>
                  <a:cubicBezTo>
                    <a:pt x="1988983" y="1488705"/>
                    <a:pt x="1974296" y="1503393"/>
                    <a:pt x="1956178" y="1503393"/>
                  </a:cubicBezTo>
                  <a:lnTo>
                    <a:pt x="32805" y="1503393"/>
                  </a:lnTo>
                  <a:cubicBezTo>
                    <a:pt x="14687" y="1503393"/>
                    <a:pt x="0" y="1488705"/>
                    <a:pt x="0" y="1470588"/>
                  </a:cubicBezTo>
                  <a:lnTo>
                    <a:pt x="0" y="32805"/>
                  </a:lnTo>
                  <a:cubicBezTo>
                    <a:pt x="0" y="14687"/>
                    <a:pt x="14687" y="0"/>
                    <a:pt x="32805" y="0"/>
                  </a:cubicBezTo>
                  <a:close/>
                </a:path>
              </a:pathLst>
            </a:custGeom>
            <a:solidFill>
              <a:srgbClr val="FFFFFF"/>
            </a:solidFill>
            <a:ln w="47625" cap="rnd">
              <a:solidFill>
                <a:srgbClr val="998178"/>
              </a:solidFill>
              <a:prstDash val="solid"/>
              <a:round/>
            </a:ln>
          </p:spPr>
        </p:sp>
        <p:sp>
          <p:nvSpPr>
            <p:cNvPr name="TextBox 26" id="26"/>
            <p:cNvSpPr txBox="true"/>
            <p:nvPr/>
          </p:nvSpPr>
          <p:spPr>
            <a:xfrm>
              <a:off x="0" y="-38100"/>
              <a:ext cx="1988983" cy="1541493"/>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8490610" y="3550105"/>
            <a:ext cx="8371109" cy="5977192"/>
          </a:xfrm>
          <a:custGeom>
            <a:avLst/>
            <a:gdLst/>
            <a:ahLst/>
            <a:cxnLst/>
            <a:rect r="r" b="b" t="t" l="l"/>
            <a:pathLst>
              <a:path h="5977192" w="8371109">
                <a:moveTo>
                  <a:pt x="0" y="0"/>
                </a:moveTo>
                <a:lnTo>
                  <a:pt x="8371109" y="0"/>
                </a:lnTo>
                <a:lnTo>
                  <a:pt x="8371109" y="5977193"/>
                </a:lnTo>
                <a:lnTo>
                  <a:pt x="0" y="5977193"/>
                </a:lnTo>
                <a:lnTo>
                  <a:pt x="0" y="0"/>
                </a:lnTo>
                <a:close/>
              </a:path>
            </a:pathLst>
          </a:custGeom>
          <a:blipFill>
            <a:blip r:embed="rId18"/>
            <a:stretch>
              <a:fillRect l="-5112" t="0" r="-5112" b="0"/>
            </a:stretch>
          </a:blipFill>
        </p:spPr>
      </p:sp>
      <p:sp>
        <p:nvSpPr>
          <p:cNvPr name="TextBox 28" id="28"/>
          <p:cNvSpPr txBox="true"/>
          <p:nvPr/>
        </p:nvSpPr>
        <p:spPr>
          <a:xfrm rot="0">
            <a:off x="336470" y="3977520"/>
            <a:ext cx="7307216" cy="5116167"/>
          </a:xfrm>
          <a:prstGeom prst="rect">
            <a:avLst/>
          </a:prstGeom>
        </p:spPr>
        <p:txBody>
          <a:bodyPr anchor="t" rtlCol="false" tIns="0" lIns="0" bIns="0" rIns="0">
            <a:spAutoFit/>
          </a:bodyPr>
          <a:lstStyle/>
          <a:p>
            <a:pPr algn="l" marL="0" indent="0" lvl="0">
              <a:lnSpc>
                <a:spcPts val="2541"/>
              </a:lnSpc>
              <a:spcBef>
                <a:spcPct val="0"/>
              </a:spcBef>
            </a:pPr>
            <a:r>
              <a:rPr lang="en-US" b="true" sz="1868" spc="16">
                <a:solidFill>
                  <a:srgbClr val="7B6861"/>
                </a:solidFill>
                <a:latin typeface="Quicksand Medium"/>
                <a:ea typeface="Quicksand Medium"/>
                <a:cs typeface="Quicksand Medium"/>
                <a:sym typeface="Quicksand Medium"/>
              </a:rPr>
              <a:t>P</a:t>
            </a:r>
            <a:r>
              <a:rPr lang="en-US" b="true" sz="1868" spc="16" strike="noStrike" u="none">
                <a:solidFill>
                  <a:srgbClr val="7B6861"/>
                </a:solidFill>
                <a:latin typeface="Quicksand Medium"/>
                <a:ea typeface="Quicksand Medium"/>
                <a:cs typeface="Quicksand Medium"/>
                <a:sym typeface="Quicksand Medium"/>
              </a:rPr>
              <a:t>r</a:t>
            </a:r>
            <a:r>
              <a:rPr lang="en-US" b="true" sz="1868" spc="16" strike="noStrike" u="none">
                <a:solidFill>
                  <a:srgbClr val="7B6861"/>
                </a:solidFill>
                <a:latin typeface="Quicksand Medium"/>
                <a:ea typeface="Quicksand Medium"/>
                <a:cs typeface="Quicksand Medium"/>
                <a:sym typeface="Quicksand Medium"/>
              </a:rPr>
              <a:t>obl</a:t>
            </a:r>
            <a:r>
              <a:rPr lang="en-US" b="true" sz="1868" spc="16" strike="noStrike" u="none">
                <a:solidFill>
                  <a:srgbClr val="7B6861"/>
                </a:solidFill>
                <a:latin typeface="Quicksand Medium"/>
                <a:ea typeface="Quicksand Medium"/>
                <a:cs typeface="Quicksand Medium"/>
                <a:sym typeface="Quicksand Medium"/>
              </a:rPr>
              <a:t>em</a:t>
            </a:r>
            <a:r>
              <a:rPr lang="en-US" b="true" sz="1868" spc="16" strike="noStrike" u="none">
                <a:solidFill>
                  <a:srgbClr val="7B6861"/>
                </a:solidFill>
                <a:latin typeface="Quicksand Medium"/>
                <a:ea typeface="Quicksand Medium"/>
                <a:cs typeface="Quicksand Medium"/>
                <a:sym typeface="Quicksand Medium"/>
              </a:rPr>
              <a:t>-Solving</a:t>
            </a:r>
            <a:r>
              <a:rPr lang="en-US" b="true" sz="1868" spc="16" strike="noStrike" u="none">
                <a:solidFill>
                  <a:srgbClr val="7B6861"/>
                </a:solidFill>
                <a:latin typeface="Quicksand Medium"/>
                <a:ea typeface="Quicksand Medium"/>
                <a:cs typeface="Quicksand Medium"/>
                <a:sym typeface="Quicksand Medium"/>
              </a:rPr>
              <a:t> </a:t>
            </a:r>
            <a:r>
              <a:rPr lang="en-US" b="true" sz="1868" spc="16" strike="noStrike" u="none">
                <a:solidFill>
                  <a:srgbClr val="7B6861"/>
                </a:solidFill>
                <a:latin typeface="Quicksand Medium"/>
                <a:ea typeface="Quicksand Medium"/>
                <a:cs typeface="Quicksand Medium"/>
                <a:sym typeface="Quicksand Medium"/>
              </a:rPr>
              <a:t>Sk</a:t>
            </a:r>
            <a:r>
              <a:rPr lang="en-US" b="true" sz="1868" spc="16" strike="noStrike" u="none">
                <a:solidFill>
                  <a:srgbClr val="7B6861"/>
                </a:solidFill>
                <a:latin typeface="Quicksand Medium"/>
                <a:ea typeface="Quicksand Medium"/>
                <a:cs typeface="Quicksand Medium"/>
                <a:sym typeface="Quicksand Medium"/>
              </a:rPr>
              <a:t>il</a:t>
            </a:r>
            <a:r>
              <a:rPr lang="en-US" b="true" sz="1868" spc="16" strike="noStrike" u="none">
                <a:solidFill>
                  <a:srgbClr val="7B6861"/>
                </a:solidFill>
                <a:latin typeface="Quicksand Medium"/>
                <a:ea typeface="Quicksand Medium"/>
                <a:cs typeface="Quicksand Medium"/>
                <a:sym typeface="Quicksand Medium"/>
              </a:rPr>
              <a:t>l</a:t>
            </a:r>
            <a:r>
              <a:rPr lang="en-US" b="true" sz="1868" spc="16" strike="noStrike" u="none">
                <a:solidFill>
                  <a:srgbClr val="7B6861"/>
                </a:solidFill>
                <a:latin typeface="Quicksand Medium"/>
                <a:ea typeface="Quicksand Medium"/>
                <a:cs typeface="Quicksand Medium"/>
                <a:sym typeface="Quicksand Medium"/>
              </a:rPr>
              <a:t>s</a:t>
            </a:r>
            <a:r>
              <a:rPr lang="en-US" b="true" sz="1868" spc="16" strike="noStrike" u="none">
                <a:solidFill>
                  <a:srgbClr val="7B6861"/>
                </a:solidFill>
                <a:latin typeface="Quicksand Medium"/>
                <a:ea typeface="Quicksand Medium"/>
                <a:cs typeface="Quicksand Medium"/>
                <a:sym typeface="Quicksand Medium"/>
              </a:rPr>
              <a:t>:</a:t>
            </a:r>
            <a:r>
              <a:rPr lang="en-US" b="true" sz="1868" spc="16" strike="noStrike" u="none">
                <a:solidFill>
                  <a:srgbClr val="7B6861"/>
                </a:solidFill>
                <a:latin typeface="Quicksand Medium"/>
                <a:ea typeface="Quicksand Medium"/>
                <a:cs typeface="Quicksand Medium"/>
                <a:sym typeface="Quicksand Medium"/>
              </a:rPr>
              <a:t> </a:t>
            </a:r>
            <a:r>
              <a:rPr lang="en-US" b="true" sz="1868" spc="16" strike="noStrike" u="none">
                <a:solidFill>
                  <a:srgbClr val="7B6861"/>
                </a:solidFill>
                <a:latin typeface="Quicksand Medium"/>
                <a:ea typeface="Quicksand Medium"/>
                <a:cs typeface="Quicksand Medium"/>
                <a:sym typeface="Quicksand Medium"/>
              </a:rPr>
              <a:t>Th</a:t>
            </a:r>
            <a:r>
              <a:rPr lang="en-US" b="true" sz="1868" spc="16" strike="noStrike" u="none">
                <a:solidFill>
                  <a:srgbClr val="7B6861"/>
                </a:solidFill>
                <a:latin typeface="Quicksand Medium"/>
                <a:ea typeface="Quicksand Medium"/>
                <a:cs typeface="Quicksand Medium"/>
                <a:sym typeface="Quicksand Medium"/>
              </a:rPr>
              <a:t>e c</a:t>
            </a:r>
            <a:r>
              <a:rPr lang="en-US" b="true" sz="1868" spc="16" strike="noStrike" u="none">
                <a:solidFill>
                  <a:srgbClr val="7B6861"/>
                </a:solidFill>
                <a:latin typeface="Quicksand Medium"/>
                <a:ea typeface="Quicksand Medium"/>
                <a:cs typeface="Quicksand Medium"/>
                <a:sym typeface="Quicksand Medium"/>
              </a:rPr>
              <a:t>h</a:t>
            </a:r>
            <a:r>
              <a:rPr lang="en-US" b="true" sz="1868" spc="16" strike="noStrike" u="none">
                <a:solidFill>
                  <a:srgbClr val="7B6861"/>
                </a:solidFill>
                <a:latin typeface="Quicksand Medium"/>
                <a:ea typeface="Quicksand Medium"/>
                <a:cs typeface="Quicksand Medium"/>
                <a:sym typeface="Quicksand Medium"/>
              </a:rPr>
              <a:t>i</a:t>
            </a:r>
            <a:r>
              <a:rPr lang="en-US" b="true" sz="1868" spc="16" strike="noStrike" u="none">
                <a:solidFill>
                  <a:srgbClr val="7B6861"/>
                </a:solidFill>
                <a:latin typeface="Quicksand Medium"/>
                <a:ea typeface="Quicksand Medium"/>
                <a:cs typeface="Quicksand Medium"/>
                <a:sym typeface="Quicksand Medium"/>
              </a:rPr>
              <a:t>ld</a:t>
            </a:r>
            <a:r>
              <a:rPr lang="en-US" b="true" sz="1868" spc="16" strike="noStrike" u="none">
                <a:solidFill>
                  <a:srgbClr val="7B6861"/>
                </a:solidFill>
                <a:latin typeface="Quicksand Medium"/>
                <a:ea typeface="Quicksand Medium"/>
                <a:cs typeface="Quicksand Medium"/>
                <a:sym typeface="Quicksand Medium"/>
              </a:rPr>
              <a:t> l</a:t>
            </a:r>
            <a:r>
              <a:rPr lang="en-US" b="true" sz="1868" spc="16" strike="noStrike" u="none">
                <a:solidFill>
                  <a:srgbClr val="7B6861"/>
                </a:solidFill>
                <a:latin typeface="Quicksand Medium"/>
                <a:ea typeface="Quicksand Medium"/>
                <a:cs typeface="Quicksand Medium"/>
                <a:sym typeface="Quicksand Medium"/>
              </a:rPr>
              <a:t>e</a:t>
            </a:r>
            <a:r>
              <a:rPr lang="en-US" b="true" sz="1868" spc="16" strike="noStrike" u="none">
                <a:solidFill>
                  <a:srgbClr val="7B6861"/>
                </a:solidFill>
                <a:latin typeface="Quicksand Medium"/>
                <a:ea typeface="Quicksand Medium"/>
                <a:cs typeface="Quicksand Medium"/>
                <a:sym typeface="Quicksand Medium"/>
              </a:rPr>
              <a:t>arns </a:t>
            </a:r>
            <a:r>
              <a:rPr lang="en-US" b="true" sz="1868" spc="16" strike="noStrike" u="none">
                <a:solidFill>
                  <a:srgbClr val="7B6861"/>
                </a:solidFill>
                <a:latin typeface="Quicksand Medium"/>
                <a:ea typeface="Quicksand Medium"/>
                <a:cs typeface="Quicksand Medium"/>
                <a:sym typeface="Quicksand Medium"/>
              </a:rPr>
              <a:t>"</a:t>
            </a:r>
            <a:r>
              <a:rPr lang="en-US" b="true" sz="1868" spc="16" strike="noStrike" u="none">
                <a:solidFill>
                  <a:srgbClr val="7B6861"/>
                </a:solidFill>
                <a:latin typeface="Quicksand Medium"/>
                <a:ea typeface="Quicksand Medium"/>
                <a:cs typeface="Quicksand Medium"/>
                <a:sym typeface="Quicksand Medium"/>
              </a:rPr>
              <a:t>caus</a:t>
            </a:r>
            <a:r>
              <a:rPr lang="en-US" b="true" sz="1868" spc="16" strike="noStrike" u="none">
                <a:solidFill>
                  <a:srgbClr val="7B6861"/>
                </a:solidFill>
                <a:latin typeface="Quicksand Medium"/>
                <a:ea typeface="Quicksand Medium"/>
                <a:cs typeface="Quicksand Medium"/>
                <a:sym typeface="Quicksand Medium"/>
              </a:rPr>
              <a:t>e</a:t>
            </a:r>
            <a:r>
              <a:rPr lang="en-US" b="true" sz="1868" spc="16" strike="noStrike" u="none">
                <a:solidFill>
                  <a:srgbClr val="7B6861"/>
                </a:solidFill>
                <a:latin typeface="Quicksand Medium"/>
                <a:ea typeface="Quicksand Medium"/>
                <a:cs typeface="Quicksand Medium"/>
                <a:sym typeface="Quicksand Medium"/>
              </a:rPr>
              <a:t> </a:t>
            </a:r>
            <a:r>
              <a:rPr lang="en-US" b="true" sz="1868" spc="16" strike="noStrike" u="none">
                <a:solidFill>
                  <a:srgbClr val="7B6861"/>
                </a:solidFill>
                <a:latin typeface="Quicksand Medium"/>
                <a:ea typeface="Quicksand Medium"/>
                <a:cs typeface="Quicksand Medium"/>
                <a:sym typeface="Quicksand Medium"/>
              </a:rPr>
              <a:t>a</a:t>
            </a:r>
            <a:r>
              <a:rPr lang="en-US" b="true" sz="1868" spc="16" strike="noStrike" u="none">
                <a:solidFill>
                  <a:srgbClr val="7B6861"/>
                </a:solidFill>
                <a:latin typeface="Quicksand Medium"/>
                <a:ea typeface="Quicksand Medium"/>
                <a:cs typeface="Quicksand Medium"/>
                <a:sym typeface="Quicksand Medium"/>
              </a:rPr>
              <a:t>n</a:t>
            </a:r>
            <a:r>
              <a:rPr lang="en-US" b="true" sz="1868" spc="16" strike="noStrike" u="none">
                <a:solidFill>
                  <a:srgbClr val="7B6861"/>
                </a:solidFill>
                <a:latin typeface="Quicksand Medium"/>
                <a:ea typeface="Quicksand Medium"/>
                <a:cs typeface="Quicksand Medium"/>
                <a:sym typeface="Quicksand Medium"/>
              </a:rPr>
              <a:t>d</a:t>
            </a:r>
            <a:r>
              <a:rPr lang="en-US" b="true" sz="1868" spc="16" strike="noStrike" u="none">
                <a:solidFill>
                  <a:srgbClr val="7B6861"/>
                </a:solidFill>
                <a:latin typeface="Quicksand Medium"/>
                <a:ea typeface="Quicksand Medium"/>
                <a:cs typeface="Quicksand Medium"/>
                <a:sym typeface="Quicksand Medium"/>
              </a:rPr>
              <a:t> e</a:t>
            </a:r>
            <a:r>
              <a:rPr lang="en-US" b="true" sz="1868" spc="16" strike="noStrike" u="none">
                <a:solidFill>
                  <a:srgbClr val="7B6861"/>
                </a:solidFill>
                <a:latin typeface="Quicksand Medium"/>
                <a:ea typeface="Quicksand Medium"/>
                <a:cs typeface="Quicksand Medium"/>
                <a:sym typeface="Quicksand Medium"/>
              </a:rPr>
              <a:t>ff</a:t>
            </a:r>
            <a:r>
              <a:rPr lang="en-US" b="true" sz="1868" spc="16" strike="noStrike" u="none">
                <a:solidFill>
                  <a:srgbClr val="7B6861"/>
                </a:solidFill>
                <a:latin typeface="Quicksand Medium"/>
                <a:ea typeface="Quicksand Medium"/>
                <a:cs typeface="Quicksand Medium"/>
                <a:sym typeface="Quicksand Medium"/>
              </a:rPr>
              <a:t>e</a:t>
            </a:r>
            <a:r>
              <a:rPr lang="en-US" b="true" sz="1868" spc="16" strike="noStrike" u="none">
                <a:solidFill>
                  <a:srgbClr val="7B6861"/>
                </a:solidFill>
                <a:latin typeface="Quicksand Medium"/>
                <a:ea typeface="Quicksand Medium"/>
                <a:cs typeface="Quicksand Medium"/>
                <a:sym typeface="Quicksand Medium"/>
              </a:rPr>
              <a:t>c</a:t>
            </a:r>
            <a:r>
              <a:rPr lang="en-US" b="true" sz="1868" spc="16" strike="noStrike" u="none">
                <a:solidFill>
                  <a:srgbClr val="7B6861"/>
                </a:solidFill>
                <a:latin typeface="Quicksand Medium"/>
                <a:ea typeface="Quicksand Medium"/>
                <a:cs typeface="Quicksand Medium"/>
                <a:sym typeface="Quicksand Medium"/>
              </a:rPr>
              <a:t>t</a:t>
            </a:r>
            <a:r>
              <a:rPr lang="en-US" b="true" sz="1868" spc="16" strike="noStrike" u="none">
                <a:solidFill>
                  <a:srgbClr val="7B6861"/>
                </a:solidFill>
                <a:latin typeface="Quicksand Medium"/>
                <a:ea typeface="Quicksand Medium"/>
                <a:cs typeface="Quicksand Medium"/>
                <a:sym typeface="Quicksand Medium"/>
              </a:rPr>
              <a:t>"—r</a:t>
            </a:r>
            <a:r>
              <a:rPr lang="en-US" b="true" sz="1868" spc="16" strike="noStrike" u="none">
                <a:solidFill>
                  <a:srgbClr val="7B6861"/>
                </a:solidFill>
                <a:latin typeface="Quicksand Medium"/>
                <a:ea typeface="Quicksand Medium"/>
                <a:cs typeface="Quicksand Medium"/>
                <a:sym typeface="Quicksand Medium"/>
              </a:rPr>
              <a:t>eali</a:t>
            </a:r>
            <a:r>
              <a:rPr lang="en-US" b="true" sz="1868" spc="16" strike="noStrike" u="none">
                <a:solidFill>
                  <a:srgbClr val="7B6861"/>
                </a:solidFill>
                <a:latin typeface="Quicksand Medium"/>
                <a:ea typeface="Quicksand Medium"/>
                <a:cs typeface="Quicksand Medium"/>
                <a:sym typeface="Quicksand Medium"/>
              </a:rPr>
              <a:t>z</a:t>
            </a:r>
            <a:r>
              <a:rPr lang="en-US" b="true" sz="1868" spc="16" strike="noStrike" u="none">
                <a:solidFill>
                  <a:srgbClr val="7B6861"/>
                </a:solidFill>
                <a:latin typeface="Quicksand Medium"/>
                <a:ea typeface="Quicksand Medium"/>
                <a:cs typeface="Quicksand Medium"/>
                <a:sym typeface="Quicksand Medium"/>
              </a:rPr>
              <a:t>i</a:t>
            </a:r>
            <a:r>
              <a:rPr lang="en-US" b="true" sz="1868" spc="16" strike="noStrike" u="none">
                <a:solidFill>
                  <a:srgbClr val="7B6861"/>
                </a:solidFill>
                <a:latin typeface="Quicksand Medium"/>
                <a:ea typeface="Quicksand Medium"/>
                <a:cs typeface="Quicksand Medium"/>
                <a:sym typeface="Quicksand Medium"/>
              </a:rPr>
              <a:t>ng</a:t>
            </a:r>
            <a:r>
              <a:rPr lang="en-US" b="true" sz="1868" spc="16" strike="noStrike" u="none">
                <a:solidFill>
                  <a:srgbClr val="7B6861"/>
                </a:solidFill>
                <a:latin typeface="Quicksand Medium"/>
                <a:ea typeface="Quicksand Medium"/>
                <a:cs typeface="Quicksand Medium"/>
                <a:sym typeface="Quicksand Medium"/>
              </a:rPr>
              <a:t> </a:t>
            </a:r>
            <a:r>
              <a:rPr lang="en-US" b="true" sz="1868" spc="16" strike="noStrike" u="none">
                <a:solidFill>
                  <a:srgbClr val="7B6861"/>
                </a:solidFill>
                <a:latin typeface="Quicksand Medium"/>
                <a:ea typeface="Quicksand Medium"/>
                <a:cs typeface="Quicksand Medium"/>
                <a:sym typeface="Quicksand Medium"/>
              </a:rPr>
              <a:t>th</a:t>
            </a:r>
            <a:r>
              <a:rPr lang="en-US" b="true" sz="1868" spc="16" strike="noStrike" u="none">
                <a:solidFill>
                  <a:srgbClr val="7B6861"/>
                </a:solidFill>
                <a:latin typeface="Quicksand Medium"/>
                <a:ea typeface="Quicksand Medium"/>
                <a:cs typeface="Quicksand Medium"/>
                <a:sym typeface="Quicksand Medium"/>
              </a:rPr>
              <a:t>at s</a:t>
            </a:r>
            <a:r>
              <a:rPr lang="en-US" b="true" sz="1868" spc="16" strike="noStrike" u="none">
                <a:solidFill>
                  <a:srgbClr val="7B6861"/>
                </a:solidFill>
                <a:latin typeface="Quicksand Medium"/>
                <a:ea typeface="Quicksand Medium"/>
                <a:cs typeface="Quicksand Medium"/>
                <a:sym typeface="Quicksand Medium"/>
              </a:rPr>
              <a:t>uc</a:t>
            </a:r>
            <a:r>
              <a:rPr lang="en-US" b="true" sz="1868" spc="16" strike="noStrike" u="none">
                <a:solidFill>
                  <a:srgbClr val="7B6861"/>
                </a:solidFill>
                <a:latin typeface="Quicksand Medium"/>
                <a:ea typeface="Quicksand Medium"/>
                <a:cs typeface="Quicksand Medium"/>
                <a:sym typeface="Quicksand Medium"/>
              </a:rPr>
              <a:t>ce</a:t>
            </a:r>
            <a:r>
              <a:rPr lang="en-US" b="true" sz="1868" spc="16" strike="noStrike" u="none">
                <a:solidFill>
                  <a:srgbClr val="7B6861"/>
                </a:solidFill>
                <a:latin typeface="Quicksand Medium"/>
                <a:ea typeface="Quicksand Medium"/>
                <a:cs typeface="Quicksand Medium"/>
                <a:sym typeface="Quicksand Medium"/>
              </a:rPr>
              <a:t>ssful</a:t>
            </a:r>
            <a:r>
              <a:rPr lang="en-US" b="true" sz="1868" spc="16" strike="noStrike" u="none">
                <a:solidFill>
                  <a:srgbClr val="7B6861"/>
                </a:solidFill>
                <a:latin typeface="Quicksand Medium"/>
                <a:ea typeface="Quicksand Medium"/>
                <a:cs typeface="Quicksand Medium"/>
                <a:sym typeface="Quicksand Medium"/>
              </a:rPr>
              <a:t>l</a:t>
            </a:r>
            <a:r>
              <a:rPr lang="en-US" b="true" sz="1868" spc="16" strike="noStrike" u="none">
                <a:solidFill>
                  <a:srgbClr val="7B6861"/>
                </a:solidFill>
                <a:latin typeface="Quicksand Medium"/>
                <a:ea typeface="Quicksand Medium"/>
                <a:cs typeface="Quicksand Medium"/>
                <a:sym typeface="Quicksand Medium"/>
              </a:rPr>
              <a:t>y so</a:t>
            </a:r>
            <a:r>
              <a:rPr lang="en-US" b="true" sz="1868" spc="16" strike="noStrike" u="none">
                <a:solidFill>
                  <a:srgbClr val="7B6861"/>
                </a:solidFill>
                <a:latin typeface="Quicksand Medium"/>
                <a:ea typeface="Quicksand Medium"/>
                <a:cs typeface="Quicksand Medium"/>
                <a:sym typeface="Quicksand Medium"/>
              </a:rPr>
              <a:t>r</a:t>
            </a:r>
            <a:r>
              <a:rPr lang="en-US" b="true" sz="1868" spc="16" strike="noStrike" u="none">
                <a:solidFill>
                  <a:srgbClr val="7B6861"/>
                </a:solidFill>
                <a:latin typeface="Quicksand Medium"/>
                <a:ea typeface="Quicksand Medium"/>
                <a:cs typeface="Quicksand Medium"/>
                <a:sym typeface="Quicksand Medium"/>
              </a:rPr>
              <a:t>t</a:t>
            </a:r>
            <a:r>
              <a:rPr lang="en-US" b="true" sz="1868" spc="16" strike="noStrike" u="none">
                <a:solidFill>
                  <a:srgbClr val="7B6861"/>
                </a:solidFill>
                <a:latin typeface="Quicksand Medium"/>
                <a:ea typeface="Quicksand Medium"/>
                <a:cs typeface="Quicksand Medium"/>
                <a:sym typeface="Quicksand Medium"/>
              </a:rPr>
              <a:t>in</a:t>
            </a:r>
            <a:r>
              <a:rPr lang="en-US" b="true" sz="1868" spc="16" strike="noStrike" u="none">
                <a:solidFill>
                  <a:srgbClr val="7B6861"/>
                </a:solidFill>
                <a:latin typeface="Quicksand Medium"/>
                <a:ea typeface="Quicksand Medium"/>
                <a:cs typeface="Quicksand Medium"/>
                <a:sym typeface="Quicksand Medium"/>
              </a:rPr>
              <a:t>g</a:t>
            </a:r>
            <a:r>
              <a:rPr lang="en-US" b="true" sz="1868" spc="16" strike="noStrike" u="none">
                <a:solidFill>
                  <a:srgbClr val="7B6861"/>
                </a:solidFill>
                <a:latin typeface="Quicksand Medium"/>
                <a:ea typeface="Quicksand Medium"/>
                <a:cs typeface="Quicksand Medium"/>
                <a:sym typeface="Quicksand Medium"/>
              </a:rPr>
              <a:t> </a:t>
            </a:r>
            <a:r>
              <a:rPr lang="en-US" b="true" sz="1868" spc="16" strike="noStrike" u="none">
                <a:solidFill>
                  <a:srgbClr val="7B6861"/>
                </a:solidFill>
                <a:latin typeface="Quicksand Medium"/>
                <a:ea typeface="Quicksand Medium"/>
                <a:cs typeface="Quicksand Medium"/>
                <a:sym typeface="Quicksand Medium"/>
              </a:rPr>
              <a:t>the black and white balls</a:t>
            </a:r>
            <a:r>
              <a:rPr lang="en-US" b="true" sz="1868" spc="16" strike="noStrike" u="none">
                <a:solidFill>
                  <a:srgbClr val="7B6861"/>
                </a:solidFill>
                <a:latin typeface="Quicksand Medium"/>
                <a:ea typeface="Quicksand Medium"/>
                <a:cs typeface="Quicksand Medium"/>
                <a:sym typeface="Quicksand Medium"/>
              </a:rPr>
              <a:t> is </a:t>
            </a:r>
            <a:r>
              <a:rPr lang="en-US" b="true" sz="1868" spc="16" strike="noStrike" u="none">
                <a:solidFill>
                  <a:srgbClr val="7B6861"/>
                </a:solidFill>
                <a:latin typeface="Quicksand Medium"/>
                <a:ea typeface="Quicksand Medium"/>
                <a:cs typeface="Quicksand Medium"/>
                <a:sym typeface="Quicksand Medium"/>
              </a:rPr>
              <a:t>wh</a:t>
            </a:r>
            <a:r>
              <a:rPr lang="en-US" b="true" sz="1868" spc="16" strike="noStrike" u="none">
                <a:solidFill>
                  <a:srgbClr val="7B6861"/>
                </a:solidFill>
                <a:latin typeface="Quicksand Medium"/>
                <a:ea typeface="Quicksand Medium"/>
                <a:cs typeface="Quicksand Medium"/>
                <a:sym typeface="Quicksand Medium"/>
              </a:rPr>
              <a:t>a</a:t>
            </a:r>
            <a:r>
              <a:rPr lang="en-US" b="true" sz="1868" spc="16" strike="noStrike" u="none">
                <a:solidFill>
                  <a:srgbClr val="7B6861"/>
                </a:solidFill>
                <a:latin typeface="Quicksand Medium"/>
                <a:ea typeface="Quicksand Medium"/>
                <a:cs typeface="Quicksand Medium"/>
                <a:sym typeface="Quicksand Medium"/>
              </a:rPr>
              <a:t>t</a:t>
            </a:r>
            <a:r>
              <a:rPr lang="en-US" b="true" sz="1868" spc="16" strike="noStrike" u="none">
                <a:solidFill>
                  <a:srgbClr val="7B6861"/>
                </a:solidFill>
                <a:latin typeface="Quicksand Medium"/>
                <a:ea typeface="Quicksand Medium"/>
                <a:cs typeface="Quicksand Medium"/>
                <a:sym typeface="Quicksand Medium"/>
              </a:rPr>
              <a:t> </a:t>
            </a:r>
            <a:r>
              <a:rPr lang="en-US" b="true" sz="1868" spc="16" strike="noStrike" u="none">
                <a:solidFill>
                  <a:srgbClr val="7B6861"/>
                </a:solidFill>
                <a:latin typeface="Quicksand Medium"/>
                <a:ea typeface="Quicksand Medium"/>
                <a:cs typeface="Quicksand Medium"/>
                <a:sym typeface="Quicksand Medium"/>
              </a:rPr>
              <a:t>trigg</a:t>
            </a:r>
            <a:r>
              <a:rPr lang="en-US" b="true" sz="1868" spc="16" strike="noStrike" u="none">
                <a:solidFill>
                  <a:srgbClr val="7B6861"/>
                </a:solidFill>
                <a:latin typeface="Quicksand Medium"/>
                <a:ea typeface="Quicksand Medium"/>
                <a:cs typeface="Quicksand Medium"/>
                <a:sym typeface="Quicksand Medium"/>
              </a:rPr>
              <a:t>e</a:t>
            </a:r>
            <a:r>
              <a:rPr lang="en-US" b="true" sz="1868" spc="16" strike="noStrike" u="none">
                <a:solidFill>
                  <a:srgbClr val="7B6861"/>
                </a:solidFill>
                <a:latin typeface="Quicksand Medium"/>
                <a:ea typeface="Quicksand Medium"/>
                <a:cs typeface="Quicksand Medium"/>
                <a:sym typeface="Quicksand Medium"/>
              </a:rPr>
              <a:t>rs</a:t>
            </a:r>
            <a:r>
              <a:rPr lang="en-US" b="true" sz="1868" spc="16" strike="noStrike" u="none">
                <a:solidFill>
                  <a:srgbClr val="7B6861"/>
                </a:solidFill>
                <a:latin typeface="Quicksand Medium"/>
                <a:ea typeface="Quicksand Medium"/>
                <a:cs typeface="Quicksand Medium"/>
                <a:sym typeface="Quicksand Medium"/>
              </a:rPr>
              <a:t> </a:t>
            </a:r>
            <a:r>
              <a:rPr lang="en-US" b="true" sz="1868" spc="16" strike="noStrike" u="none">
                <a:solidFill>
                  <a:srgbClr val="7B6861"/>
                </a:solidFill>
                <a:latin typeface="Quicksand Medium"/>
                <a:ea typeface="Quicksand Medium"/>
                <a:cs typeface="Quicksand Medium"/>
                <a:sym typeface="Quicksand Medium"/>
              </a:rPr>
              <a:t>the points</a:t>
            </a:r>
            <a:r>
              <a:rPr lang="en-US" b="true" sz="1868" spc="16" strike="noStrike" u="none">
                <a:solidFill>
                  <a:srgbClr val="7B6861"/>
                </a:solidFill>
                <a:latin typeface="Quicksand Medium"/>
                <a:ea typeface="Quicksand Medium"/>
                <a:cs typeface="Quicksand Medium"/>
                <a:sym typeface="Quicksand Medium"/>
              </a:rPr>
              <a:t> </a:t>
            </a:r>
            <a:r>
              <a:rPr lang="en-US" b="true" sz="1868" spc="16" strike="noStrike" u="none">
                <a:solidFill>
                  <a:srgbClr val="7B6861"/>
                </a:solidFill>
                <a:latin typeface="Quicksand Medium"/>
                <a:ea typeface="Quicksand Medium"/>
                <a:cs typeface="Quicksand Medium"/>
                <a:sym typeface="Quicksand Medium"/>
              </a:rPr>
              <a:t>to increase </a:t>
            </a:r>
            <a:r>
              <a:rPr lang="en-US" b="true" sz="1868" spc="16" strike="noStrike" u="none">
                <a:solidFill>
                  <a:srgbClr val="7B6861"/>
                </a:solidFill>
                <a:latin typeface="Quicksand Medium"/>
                <a:ea typeface="Quicksand Medium"/>
                <a:cs typeface="Quicksand Medium"/>
                <a:sym typeface="Quicksand Medium"/>
              </a:rPr>
              <a:t>a</a:t>
            </a:r>
            <a:r>
              <a:rPr lang="en-US" b="true" sz="1868" spc="16" strike="noStrike" u="none">
                <a:solidFill>
                  <a:srgbClr val="7B6861"/>
                </a:solidFill>
                <a:latin typeface="Quicksand Medium"/>
                <a:ea typeface="Quicksand Medium"/>
                <a:cs typeface="Quicksand Medium"/>
                <a:sym typeface="Quicksand Medium"/>
              </a:rPr>
              <a:t>nd decrease.</a:t>
            </a:r>
          </a:p>
          <a:p>
            <a:pPr algn="l" marL="0" indent="0" lvl="0">
              <a:lnSpc>
                <a:spcPts val="2541"/>
              </a:lnSpc>
              <a:spcBef>
                <a:spcPct val="0"/>
              </a:spcBef>
            </a:pPr>
          </a:p>
          <a:p>
            <a:pPr algn="l" marL="0" indent="0" lvl="0">
              <a:lnSpc>
                <a:spcPts val="2541"/>
              </a:lnSpc>
              <a:spcBef>
                <a:spcPct val="0"/>
              </a:spcBef>
            </a:pPr>
            <a:r>
              <a:rPr lang="en-US" b="true" sz="1868" spc="16" strike="noStrike" u="none">
                <a:solidFill>
                  <a:srgbClr val="7B6861"/>
                </a:solidFill>
                <a:latin typeface="Quicksand Medium"/>
                <a:ea typeface="Quicksand Medium"/>
                <a:cs typeface="Quicksand Medium"/>
                <a:sym typeface="Quicksand Medium"/>
              </a:rPr>
              <a:t>Fine Motor Skills: Using the Joystick to control the rack and pinion mechanism trains the child's hand muscles and improves finger dexterity.</a:t>
            </a:r>
          </a:p>
          <a:p>
            <a:pPr algn="l">
              <a:lnSpc>
                <a:spcPts val="2541"/>
              </a:lnSpc>
              <a:spcBef>
                <a:spcPct val="0"/>
              </a:spcBef>
            </a:pPr>
          </a:p>
          <a:p>
            <a:pPr algn="l" marL="0" indent="0" lvl="0">
              <a:lnSpc>
                <a:spcPts val="2541"/>
              </a:lnSpc>
              <a:spcBef>
                <a:spcPct val="0"/>
              </a:spcBef>
            </a:pPr>
            <a:r>
              <a:rPr lang="en-US" b="true" sz="1868" spc="16" strike="noStrike" u="none">
                <a:solidFill>
                  <a:srgbClr val="7B6861"/>
                </a:solidFill>
                <a:latin typeface="Quicksand Medium"/>
                <a:ea typeface="Quicksand Medium"/>
                <a:cs typeface="Quicksand Medium"/>
                <a:sym typeface="Quicksand Medium"/>
              </a:rPr>
              <a:t>Hand-Eye Coordination: Trying to catch the randomly falling ball (Plinko effect) by moving the funnel via joystick highly enhances the child’s spatial awareness and reaction time.</a:t>
            </a:r>
          </a:p>
          <a:p>
            <a:pPr algn="l" marL="0" indent="0" lvl="0">
              <a:lnSpc>
                <a:spcPts val="2541"/>
              </a:lnSpc>
              <a:spcBef>
                <a:spcPct val="0"/>
              </a:spcBef>
            </a:pPr>
          </a:p>
          <a:p>
            <a:pPr algn="l">
              <a:lnSpc>
                <a:spcPts val="2541"/>
              </a:lnSpc>
              <a:spcBef>
                <a:spcPct val="0"/>
              </a:spcBef>
            </a:pPr>
            <a:r>
              <a:rPr lang="en-US" b="true" sz="1868" spc="16" strike="noStrike" u="none">
                <a:solidFill>
                  <a:srgbClr val="7B6861"/>
                </a:solidFill>
                <a:latin typeface="Quicksand Medium"/>
                <a:ea typeface="Quicksand Medium"/>
                <a:cs typeface="Quicksand Medium"/>
                <a:sym typeface="Quicksand Medium"/>
              </a:rPr>
              <a:t>The toy introduces children to basic mechanical concepts (like gears, screws) through interactive play, sparking early curiosity in how things work.</a:t>
            </a:r>
          </a:p>
          <a:p>
            <a:pPr algn="l" marL="0" indent="0" lvl="0">
              <a:lnSpc>
                <a:spcPts val="2541"/>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TextBox 11" id="11"/>
          <p:cNvSpPr txBox="true"/>
          <p:nvPr/>
        </p:nvSpPr>
        <p:spPr>
          <a:xfrm rot="0">
            <a:off x="4713220" y="1525203"/>
            <a:ext cx="8841236" cy="1363695"/>
          </a:xfrm>
          <a:prstGeom prst="rect">
            <a:avLst/>
          </a:prstGeom>
        </p:spPr>
        <p:txBody>
          <a:bodyPr anchor="t" rtlCol="false" tIns="0" lIns="0" bIns="0" rIns="0">
            <a:spAutoFit/>
          </a:bodyPr>
          <a:lstStyle/>
          <a:p>
            <a:pPr algn="ctr">
              <a:lnSpc>
                <a:spcPts val="10023"/>
              </a:lnSpc>
            </a:pPr>
            <a:r>
              <a:rPr lang="en-US" sz="10662" spc="-533">
                <a:solidFill>
                  <a:srgbClr val="FFFFFF"/>
                </a:solidFill>
                <a:latin typeface="210 클레이토이"/>
                <a:ea typeface="210 클레이토이"/>
                <a:cs typeface="210 클레이토이"/>
                <a:sym typeface="210 클레이토이"/>
              </a:rPr>
              <a:t>CONCLUSION</a:t>
            </a:r>
          </a:p>
        </p:txBody>
      </p:sp>
      <p:sp>
        <p:nvSpPr>
          <p:cNvPr name="Freeform 12" id="12"/>
          <p:cNvSpPr/>
          <p:nvPr/>
        </p:nvSpPr>
        <p:spPr>
          <a:xfrm flipH="false" flipV="false" rot="0">
            <a:off x="5796177" y="2888898"/>
            <a:ext cx="6695646" cy="730434"/>
          </a:xfrm>
          <a:custGeom>
            <a:avLst/>
            <a:gdLst/>
            <a:ahLst/>
            <a:cxnLst/>
            <a:rect r="r" b="b" t="t" l="l"/>
            <a:pathLst>
              <a:path h="730434" w="6695646">
                <a:moveTo>
                  <a:pt x="0" y="0"/>
                </a:moveTo>
                <a:lnTo>
                  <a:pt x="6695646" y="0"/>
                </a:lnTo>
                <a:lnTo>
                  <a:pt x="6695646" y="730434"/>
                </a:lnTo>
                <a:lnTo>
                  <a:pt x="0" y="7304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3107383">
            <a:off x="-528765" y="-961946"/>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584346">
            <a:off x="14375501" y="-185488"/>
            <a:ext cx="4149033" cy="3779392"/>
          </a:xfrm>
          <a:custGeom>
            <a:avLst/>
            <a:gdLst/>
            <a:ahLst/>
            <a:cxnLst/>
            <a:rect r="r" b="b" t="t" l="l"/>
            <a:pathLst>
              <a:path h="3779392" w="4149033">
                <a:moveTo>
                  <a:pt x="0" y="0"/>
                </a:moveTo>
                <a:lnTo>
                  <a:pt x="4149033" y="0"/>
                </a:lnTo>
                <a:lnTo>
                  <a:pt x="4149033" y="3779391"/>
                </a:lnTo>
                <a:lnTo>
                  <a:pt x="0" y="377939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8" id="18"/>
          <p:cNvSpPr/>
          <p:nvPr/>
        </p:nvSpPr>
        <p:spPr>
          <a:xfrm flipH="false" flipV="false" rot="-1302171">
            <a:off x="6208123" y="-1475183"/>
            <a:ext cx="3696358" cy="2950366"/>
          </a:xfrm>
          <a:custGeom>
            <a:avLst/>
            <a:gdLst/>
            <a:ahLst/>
            <a:cxnLst/>
            <a:rect r="r" b="b" t="t" l="l"/>
            <a:pathLst>
              <a:path h="2950366" w="3696358">
                <a:moveTo>
                  <a:pt x="0" y="0"/>
                </a:moveTo>
                <a:lnTo>
                  <a:pt x="3696358" y="0"/>
                </a:lnTo>
                <a:lnTo>
                  <a:pt x="3696358" y="2950366"/>
                </a:lnTo>
                <a:lnTo>
                  <a:pt x="0" y="295036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20" id="20"/>
          <p:cNvGrpSpPr/>
          <p:nvPr/>
        </p:nvGrpSpPr>
        <p:grpSpPr>
          <a:xfrm rot="0">
            <a:off x="2792845" y="3987514"/>
            <a:ext cx="12702309" cy="7463006"/>
            <a:chOff x="0" y="0"/>
            <a:chExt cx="3345464" cy="1965565"/>
          </a:xfrm>
        </p:grpSpPr>
        <p:sp>
          <p:nvSpPr>
            <p:cNvPr name="Freeform 21" id="21"/>
            <p:cNvSpPr/>
            <p:nvPr/>
          </p:nvSpPr>
          <p:spPr>
            <a:xfrm flipH="false" flipV="false" rot="0">
              <a:off x="0" y="0"/>
              <a:ext cx="3345464" cy="1965565"/>
            </a:xfrm>
            <a:custGeom>
              <a:avLst/>
              <a:gdLst/>
              <a:ahLst/>
              <a:cxnLst/>
              <a:rect r="r" b="b" t="t" l="l"/>
              <a:pathLst>
                <a:path h="1965565" w="3345464">
                  <a:moveTo>
                    <a:pt x="19504" y="0"/>
                  </a:moveTo>
                  <a:lnTo>
                    <a:pt x="3325961" y="0"/>
                  </a:lnTo>
                  <a:cubicBezTo>
                    <a:pt x="3336732" y="0"/>
                    <a:pt x="3345464" y="8732"/>
                    <a:pt x="3345464" y="19504"/>
                  </a:cubicBezTo>
                  <a:lnTo>
                    <a:pt x="3345464" y="1946062"/>
                  </a:lnTo>
                  <a:cubicBezTo>
                    <a:pt x="3345464" y="1956833"/>
                    <a:pt x="3336732" y="1965565"/>
                    <a:pt x="3325961" y="1965565"/>
                  </a:cubicBezTo>
                  <a:lnTo>
                    <a:pt x="19504" y="1965565"/>
                  </a:lnTo>
                  <a:cubicBezTo>
                    <a:pt x="8732" y="1965565"/>
                    <a:pt x="0" y="1956833"/>
                    <a:pt x="0" y="1946062"/>
                  </a:cubicBezTo>
                  <a:lnTo>
                    <a:pt x="0" y="19504"/>
                  </a:lnTo>
                  <a:cubicBezTo>
                    <a:pt x="0" y="8732"/>
                    <a:pt x="8732" y="0"/>
                    <a:pt x="19504" y="0"/>
                  </a:cubicBezTo>
                  <a:close/>
                </a:path>
              </a:pathLst>
            </a:custGeom>
            <a:solidFill>
              <a:srgbClr val="9EB6B6"/>
            </a:solidFill>
          </p:spPr>
        </p:sp>
        <p:sp>
          <p:nvSpPr>
            <p:cNvPr name="TextBox 22" id="22"/>
            <p:cNvSpPr txBox="true"/>
            <p:nvPr/>
          </p:nvSpPr>
          <p:spPr>
            <a:xfrm>
              <a:off x="0" y="-38100"/>
              <a:ext cx="3345464" cy="2003665"/>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4" id="24"/>
          <p:cNvGrpSpPr/>
          <p:nvPr/>
        </p:nvGrpSpPr>
        <p:grpSpPr>
          <a:xfrm rot="0">
            <a:off x="2979320" y="4201803"/>
            <a:ext cx="12309035" cy="8801254"/>
            <a:chOff x="0" y="0"/>
            <a:chExt cx="3241886" cy="2318026"/>
          </a:xfrm>
        </p:grpSpPr>
        <p:sp>
          <p:nvSpPr>
            <p:cNvPr name="Freeform 25" id="25"/>
            <p:cNvSpPr/>
            <p:nvPr/>
          </p:nvSpPr>
          <p:spPr>
            <a:xfrm flipH="false" flipV="false" rot="0">
              <a:off x="0" y="0"/>
              <a:ext cx="3241886" cy="2318026"/>
            </a:xfrm>
            <a:custGeom>
              <a:avLst/>
              <a:gdLst/>
              <a:ahLst/>
              <a:cxnLst/>
              <a:rect r="r" b="b" t="t" l="l"/>
              <a:pathLst>
                <a:path h="2318026" w="3241886">
                  <a:moveTo>
                    <a:pt x="20127" y="0"/>
                  </a:moveTo>
                  <a:lnTo>
                    <a:pt x="3221759" y="0"/>
                  </a:lnTo>
                  <a:cubicBezTo>
                    <a:pt x="3232875" y="0"/>
                    <a:pt x="3241886" y="9011"/>
                    <a:pt x="3241886" y="20127"/>
                  </a:cubicBezTo>
                  <a:lnTo>
                    <a:pt x="3241886" y="2297899"/>
                  </a:lnTo>
                  <a:cubicBezTo>
                    <a:pt x="3241886" y="2309015"/>
                    <a:pt x="3232875" y="2318026"/>
                    <a:pt x="3221759" y="2318026"/>
                  </a:cubicBezTo>
                  <a:lnTo>
                    <a:pt x="20127" y="2318026"/>
                  </a:lnTo>
                  <a:cubicBezTo>
                    <a:pt x="9011" y="2318026"/>
                    <a:pt x="0" y="2309015"/>
                    <a:pt x="0" y="2297899"/>
                  </a:cubicBezTo>
                  <a:lnTo>
                    <a:pt x="0" y="20127"/>
                  </a:lnTo>
                  <a:cubicBezTo>
                    <a:pt x="0" y="9011"/>
                    <a:pt x="9011" y="0"/>
                    <a:pt x="20127" y="0"/>
                  </a:cubicBezTo>
                  <a:close/>
                </a:path>
              </a:pathLst>
            </a:custGeom>
            <a:solidFill>
              <a:srgbClr val="FFFFFF"/>
            </a:solidFill>
            <a:ln w="47625" cap="rnd">
              <a:solidFill>
                <a:srgbClr val="998178"/>
              </a:solidFill>
              <a:prstDash val="solid"/>
              <a:round/>
            </a:ln>
          </p:spPr>
        </p:sp>
        <p:sp>
          <p:nvSpPr>
            <p:cNvPr name="TextBox 26" id="26"/>
            <p:cNvSpPr txBox="true"/>
            <p:nvPr/>
          </p:nvSpPr>
          <p:spPr>
            <a:xfrm>
              <a:off x="0" y="-38100"/>
              <a:ext cx="3241886" cy="2356126"/>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3251972" y="4457729"/>
            <a:ext cx="11626368" cy="4446596"/>
          </a:xfrm>
          <a:prstGeom prst="rect">
            <a:avLst/>
          </a:prstGeom>
        </p:spPr>
        <p:txBody>
          <a:bodyPr anchor="t" rtlCol="false" tIns="0" lIns="0" bIns="0" rIns="0">
            <a:spAutoFit/>
          </a:bodyPr>
          <a:lstStyle/>
          <a:p>
            <a:pPr algn="l">
              <a:lnSpc>
                <a:spcPts val="3531"/>
              </a:lnSpc>
            </a:pPr>
          </a:p>
          <a:p>
            <a:pPr algn="l" marL="560589" indent="-280295" lvl="1">
              <a:lnSpc>
                <a:spcPts val="3531"/>
              </a:lnSpc>
              <a:buFont typeface="Arial"/>
              <a:buChar char="•"/>
            </a:pPr>
            <a:r>
              <a:rPr lang="en-US" b="true" sz="2596" spc="23">
                <a:solidFill>
                  <a:srgbClr val="7B6861"/>
                </a:solidFill>
                <a:latin typeface="Quicksand Medium"/>
                <a:ea typeface="Quicksand Medium"/>
                <a:cs typeface="Quicksand Medium"/>
                <a:sym typeface="Quicksand Medium"/>
              </a:rPr>
              <a:t>P</a:t>
            </a:r>
            <a:r>
              <a:rPr lang="en-US" b="true" sz="2596" spc="23" strike="noStrike" u="none">
                <a:solidFill>
                  <a:srgbClr val="7B6861"/>
                </a:solidFill>
                <a:latin typeface="Quicksand Medium"/>
                <a:ea typeface="Quicksand Medium"/>
                <a:cs typeface="Quicksand Medium"/>
                <a:sym typeface="Quicksand Medium"/>
              </a:rPr>
              <a:t>r</a:t>
            </a:r>
            <a:r>
              <a:rPr lang="en-US" b="true" sz="2596" spc="23" strike="noStrike" u="none">
                <a:solidFill>
                  <a:srgbClr val="7B6861"/>
                </a:solidFill>
                <a:latin typeface="Quicksand Medium"/>
                <a:ea typeface="Quicksand Medium"/>
                <a:cs typeface="Quicksand Medium"/>
                <a:sym typeface="Quicksand Medium"/>
              </a:rPr>
              <a:t>oj</a:t>
            </a:r>
            <a:r>
              <a:rPr lang="en-US" b="true" sz="2596" spc="23" strike="noStrike" u="none">
                <a:solidFill>
                  <a:srgbClr val="7B6861"/>
                </a:solidFill>
                <a:latin typeface="Quicksand Medium"/>
                <a:ea typeface="Quicksand Medium"/>
                <a:cs typeface="Quicksand Medium"/>
                <a:sym typeface="Quicksand Medium"/>
              </a:rPr>
              <a:t>e</a:t>
            </a:r>
            <a:r>
              <a:rPr lang="en-US" b="true" sz="2596" spc="23" strike="noStrike" u="none">
                <a:solidFill>
                  <a:srgbClr val="7B6861"/>
                </a:solidFill>
                <a:latin typeface="Quicksand Medium"/>
                <a:ea typeface="Quicksand Medium"/>
                <a:cs typeface="Quicksand Medium"/>
                <a:sym typeface="Quicksand Medium"/>
              </a:rPr>
              <a:t>ct</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M</a:t>
            </a:r>
            <a:r>
              <a:rPr lang="en-US" b="true" sz="2596" spc="23" strike="noStrike" u="none">
                <a:solidFill>
                  <a:srgbClr val="7B6861"/>
                </a:solidFill>
                <a:latin typeface="Quicksand Medium"/>
                <a:ea typeface="Quicksand Medium"/>
                <a:cs typeface="Quicksand Medium"/>
                <a:sym typeface="Quicksand Medium"/>
              </a:rPr>
              <a:t>i</a:t>
            </a:r>
            <a:r>
              <a:rPr lang="en-US" b="true" sz="2596" spc="23" strike="noStrike" u="none">
                <a:solidFill>
                  <a:srgbClr val="7B6861"/>
                </a:solidFill>
                <a:latin typeface="Quicksand Medium"/>
                <a:ea typeface="Quicksand Medium"/>
                <a:cs typeface="Quicksand Medium"/>
                <a:sym typeface="Quicksand Medium"/>
              </a:rPr>
              <a:t>le</a:t>
            </a:r>
            <a:r>
              <a:rPr lang="en-US" b="true" sz="2596" spc="23" strike="noStrike" u="none">
                <a:solidFill>
                  <a:srgbClr val="7B6861"/>
                </a:solidFill>
                <a:latin typeface="Quicksand Medium"/>
                <a:ea typeface="Quicksand Medium"/>
                <a:cs typeface="Quicksand Medium"/>
                <a:sym typeface="Quicksand Medium"/>
              </a:rPr>
              <a:t>s</a:t>
            </a:r>
            <a:r>
              <a:rPr lang="en-US" b="true" sz="2596" spc="23" strike="noStrike" u="none">
                <a:solidFill>
                  <a:srgbClr val="7B6861"/>
                </a:solidFill>
                <a:latin typeface="Quicksand Medium"/>
                <a:ea typeface="Quicksand Medium"/>
                <a:cs typeface="Quicksand Medium"/>
                <a:sym typeface="Quicksand Medium"/>
              </a:rPr>
              <a:t>tone: "Fakhr</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A</a:t>
            </a:r>
            <a:r>
              <a:rPr lang="en-US" b="true" sz="2596" spc="23" strike="noStrike" u="none">
                <a:solidFill>
                  <a:srgbClr val="7B6861"/>
                </a:solidFill>
                <a:latin typeface="Quicksand Medium"/>
                <a:ea typeface="Quicksand Medium"/>
                <a:cs typeface="Quicksand Medium"/>
                <a:sym typeface="Quicksand Medium"/>
              </a:rPr>
              <a:t>l</a:t>
            </a:r>
            <a:r>
              <a:rPr lang="en-US" b="true" sz="2596" spc="23" strike="noStrike" u="none">
                <a:solidFill>
                  <a:srgbClr val="7B6861"/>
                </a:solidFill>
                <a:latin typeface="Quicksand Medium"/>
                <a:ea typeface="Quicksand Medium"/>
                <a:cs typeface="Quicksand Medium"/>
                <a:sym typeface="Quicksand Medium"/>
              </a:rPr>
              <a:t>-A</a:t>
            </a:r>
            <a:r>
              <a:rPr lang="en-US" b="true" sz="2596" spc="23" strike="noStrike" u="none">
                <a:solidFill>
                  <a:srgbClr val="7B6861"/>
                </a:solidFill>
                <a:latin typeface="Quicksand Medium"/>
                <a:ea typeface="Quicksand Medium"/>
                <a:cs typeface="Quicksand Medium"/>
                <a:sym typeface="Quicksand Medium"/>
              </a:rPr>
              <a:t>r</a:t>
            </a:r>
            <a:r>
              <a:rPr lang="en-US" b="true" sz="2596" spc="23" strike="noStrike" u="none">
                <a:solidFill>
                  <a:srgbClr val="7B6861"/>
                </a:solidFill>
                <a:latin typeface="Quicksand Medium"/>
                <a:ea typeface="Quicksand Medium"/>
                <a:cs typeface="Quicksand Medium"/>
                <a:sym typeface="Quicksand Medium"/>
              </a:rPr>
              <a:t>ab"</a:t>
            </a:r>
            <a:r>
              <a:rPr lang="en-US" b="true" sz="2596" spc="23" strike="noStrike" u="none">
                <a:solidFill>
                  <a:srgbClr val="7B6861"/>
                </a:solidFill>
                <a:latin typeface="Quicksand Medium"/>
                <a:ea typeface="Quicksand Medium"/>
                <a:cs typeface="Quicksand Medium"/>
                <a:sym typeface="Quicksand Medium"/>
              </a:rPr>
              <a:t> s</a:t>
            </a:r>
            <a:r>
              <a:rPr lang="en-US" b="true" sz="2596" spc="23" strike="noStrike" u="none">
                <a:solidFill>
                  <a:srgbClr val="7B6861"/>
                </a:solidFill>
                <a:latin typeface="Quicksand Medium"/>
                <a:ea typeface="Quicksand Medium"/>
                <a:cs typeface="Quicksand Medium"/>
                <a:sym typeface="Quicksand Medium"/>
              </a:rPr>
              <a:t>ucc</a:t>
            </a:r>
            <a:r>
              <a:rPr lang="en-US" b="true" sz="2596" spc="23" strike="noStrike" u="none">
                <a:solidFill>
                  <a:srgbClr val="7B6861"/>
                </a:solidFill>
                <a:latin typeface="Quicksand Medium"/>
                <a:ea typeface="Quicksand Medium"/>
                <a:cs typeface="Quicksand Medium"/>
                <a:sym typeface="Quicksand Medium"/>
              </a:rPr>
              <a:t>e</a:t>
            </a:r>
            <a:r>
              <a:rPr lang="en-US" b="true" sz="2596" spc="23" strike="noStrike" u="none">
                <a:solidFill>
                  <a:srgbClr val="7B6861"/>
                </a:solidFill>
                <a:latin typeface="Quicksand Medium"/>
                <a:ea typeface="Quicksand Medium"/>
                <a:cs typeface="Quicksand Medium"/>
                <a:sym typeface="Quicksand Medium"/>
              </a:rPr>
              <a:t>ssfully</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dem</a:t>
            </a:r>
            <a:r>
              <a:rPr lang="en-US" b="true" sz="2596" spc="23" strike="noStrike" u="none">
                <a:solidFill>
                  <a:srgbClr val="7B6861"/>
                </a:solidFill>
                <a:latin typeface="Quicksand Medium"/>
                <a:ea typeface="Quicksand Medium"/>
                <a:cs typeface="Quicksand Medium"/>
                <a:sym typeface="Quicksand Medium"/>
              </a:rPr>
              <a:t>onstr</a:t>
            </a:r>
            <a:r>
              <a:rPr lang="en-US" b="true" sz="2596" spc="23" strike="noStrike" u="none">
                <a:solidFill>
                  <a:srgbClr val="7B6861"/>
                </a:solidFill>
                <a:latin typeface="Quicksand Medium"/>
                <a:ea typeface="Quicksand Medium"/>
                <a:cs typeface="Quicksand Medium"/>
                <a:sym typeface="Quicksand Medium"/>
              </a:rPr>
              <a:t>ates how</a:t>
            </a:r>
            <a:r>
              <a:rPr lang="en-US" b="true" sz="2596" spc="23" strike="noStrike" u="none">
                <a:solidFill>
                  <a:srgbClr val="7B6861"/>
                </a:solidFill>
                <a:latin typeface="Quicksand Medium"/>
                <a:ea typeface="Quicksand Medium"/>
                <a:cs typeface="Quicksand Medium"/>
                <a:sym typeface="Quicksand Medium"/>
              </a:rPr>
              <a:t> ad</a:t>
            </a:r>
            <a:r>
              <a:rPr lang="en-US" b="true" sz="2596" spc="23" strike="noStrike" u="none">
                <a:solidFill>
                  <a:srgbClr val="7B6861"/>
                </a:solidFill>
                <a:latin typeface="Quicksand Medium"/>
                <a:ea typeface="Quicksand Medium"/>
                <a:cs typeface="Quicksand Medium"/>
                <a:sym typeface="Quicksand Medium"/>
              </a:rPr>
              <a:t>va</a:t>
            </a:r>
            <a:r>
              <a:rPr lang="en-US" b="true" sz="2596" spc="23" strike="noStrike" u="none">
                <a:solidFill>
                  <a:srgbClr val="7B6861"/>
                </a:solidFill>
                <a:latin typeface="Quicksand Medium"/>
                <a:ea typeface="Quicksand Medium"/>
                <a:cs typeface="Quicksand Medium"/>
                <a:sym typeface="Quicksand Medium"/>
              </a:rPr>
              <a:t>n</a:t>
            </a:r>
            <a:r>
              <a:rPr lang="en-US" b="true" sz="2596" spc="23" strike="noStrike" u="none">
                <a:solidFill>
                  <a:srgbClr val="7B6861"/>
                </a:solidFill>
                <a:latin typeface="Quicksand Medium"/>
                <a:ea typeface="Quicksand Medium"/>
                <a:cs typeface="Quicksand Medium"/>
                <a:sym typeface="Quicksand Medium"/>
              </a:rPr>
              <a:t>ced</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m</a:t>
            </a:r>
            <a:r>
              <a:rPr lang="en-US" b="true" sz="2596" spc="23" strike="noStrike" u="none">
                <a:solidFill>
                  <a:srgbClr val="7B6861"/>
                </a:solidFill>
                <a:latin typeface="Quicksand Medium"/>
                <a:ea typeface="Quicksand Medium"/>
                <a:cs typeface="Quicksand Medium"/>
                <a:sym typeface="Quicksand Medium"/>
              </a:rPr>
              <a:t>e</a:t>
            </a:r>
            <a:r>
              <a:rPr lang="en-US" b="true" sz="2596" spc="23" strike="noStrike" u="none">
                <a:solidFill>
                  <a:srgbClr val="7B6861"/>
                </a:solidFill>
                <a:latin typeface="Quicksand Medium"/>
                <a:ea typeface="Quicksand Medium"/>
                <a:cs typeface="Quicksand Medium"/>
                <a:sym typeface="Quicksand Medium"/>
              </a:rPr>
              <a:t>cha</a:t>
            </a:r>
            <a:r>
              <a:rPr lang="en-US" b="true" sz="2596" spc="23" strike="noStrike" u="none">
                <a:solidFill>
                  <a:srgbClr val="7B6861"/>
                </a:solidFill>
                <a:latin typeface="Quicksand Medium"/>
                <a:ea typeface="Quicksand Medium"/>
                <a:cs typeface="Quicksand Medium"/>
                <a:sym typeface="Quicksand Medium"/>
              </a:rPr>
              <a:t>t</a:t>
            </a:r>
            <a:r>
              <a:rPr lang="en-US" b="true" sz="2596" spc="23" strike="noStrike" u="none">
                <a:solidFill>
                  <a:srgbClr val="7B6861"/>
                </a:solidFill>
                <a:latin typeface="Quicksand Medium"/>
                <a:ea typeface="Quicksand Medium"/>
                <a:cs typeface="Quicksand Medium"/>
                <a:sym typeface="Quicksand Medium"/>
              </a:rPr>
              <a:t>ron</a:t>
            </a:r>
            <a:r>
              <a:rPr lang="en-US" b="true" sz="2596" spc="23" strike="noStrike" u="none">
                <a:solidFill>
                  <a:srgbClr val="7B6861"/>
                </a:solidFill>
                <a:latin typeface="Quicksand Medium"/>
                <a:ea typeface="Quicksand Medium"/>
                <a:cs typeface="Quicksand Medium"/>
                <a:sym typeface="Quicksand Medium"/>
              </a:rPr>
              <a:t>i</a:t>
            </a:r>
            <a:r>
              <a:rPr lang="en-US" b="true" sz="2596" spc="23" strike="noStrike" u="none">
                <a:solidFill>
                  <a:srgbClr val="7B6861"/>
                </a:solidFill>
                <a:latin typeface="Quicksand Medium"/>
                <a:ea typeface="Quicksand Medium"/>
                <a:cs typeface="Quicksand Medium"/>
                <a:sym typeface="Quicksand Medium"/>
              </a:rPr>
              <a:t>c</a:t>
            </a:r>
            <a:r>
              <a:rPr lang="en-US" b="true" sz="2596" spc="23" strike="noStrike" u="none">
                <a:solidFill>
                  <a:srgbClr val="7B6861"/>
                </a:solidFill>
                <a:latin typeface="Quicksand Medium"/>
                <a:ea typeface="Quicksand Medium"/>
                <a:cs typeface="Quicksand Medium"/>
                <a:sym typeface="Quicksand Medium"/>
              </a:rPr>
              <a:t>s</a:t>
            </a:r>
            <a:r>
              <a:rPr lang="en-US" b="true" sz="2596" spc="23" strike="noStrike" u="none">
                <a:solidFill>
                  <a:srgbClr val="7B6861"/>
                </a:solidFill>
                <a:latin typeface="Quicksand Medium"/>
                <a:ea typeface="Quicksand Medium"/>
                <a:cs typeface="Quicksand Medium"/>
                <a:sym typeface="Quicksand Medium"/>
              </a:rPr>
              <a:t>—c</a:t>
            </a:r>
            <a:r>
              <a:rPr lang="en-US" b="true" sz="2596" spc="23" strike="noStrike" u="none">
                <a:solidFill>
                  <a:srgbClr val="7B6861"/>
                </a:solidFill>
                <a:latin typeface="Quicksand Medium"/>
                <a:ea typeface="Quicksand Medium"/>
                <a:cs typeface="Quicksand Medium"/>
                <a:sym typeface="Quicksand Medium"/>
              </a:rPr>
              <a:t>o</a:t>
            </a:r>
            <a:r>
              <a:rPr lang="en-US" b="true" sz="2596" spc="23" strike="noStrike" u="none">
                <a:solidFill>
                  <a:srgbClr val="7B6861"/>
                </a:solidFill>
                <a:latin typeface="Quicksand Medium"/>
                <a:ea typeface="Quicksand Medium"/>
                <a:cs typeface="Quicksand Medium"/>
                <a:sym typeface="Quicksand Medium"/>
              </a:rPr>
              <a:t>mbi</a:t>
            </a:r>
            <a:r>
              <a:rPr lang="en-US" b="true" sz="2596" spc="23" strike="noStrike" u="none">
                <a:solidFill>
                  <a:srgbClr val="7B6861"/>
                </a:solidFill>
                <a:latin typeface="Quicksand Medium"/>
                <a:ea typeface="Quicksand Medium"/>
                <a:cs typeface="Quicksand Medium"/>
                <a:sym typeface="Quicksand Medium"/>
              </a:rPr>
              <a:t>ni</a:t>
            </a:r>
            <a:r>
              <a:rPr lang="en-US" b="true" sz="2596" spc="23" strike="noStrike" u="none">
                <a:solidFill>
                  <a:srgbClr val="7B6861"/>
                </a:solidFill>
                <a:latin typeface="Quicksand Medium"/>
                <a:ea typeface="Quicksand Medium"/>
                <a:cs typeface="Quicksand Medium"/>
                <a:sym typeface="Quicksand Medium"/>
              </a:rPr>
              <a:t>ng</a:t>
            </a:r>
            <a:r>
              <a:rPr lang="en-US" b="true" sz="2596" spc="23" strike="noStrike" u="none">
                <a:solidFill>
                  <a:srgbClr val="7B6861"/>
                </a:solidFill>
                <a:latin typeface="Quicksand Medium"/>
                <a:ea typeface="Quicksand Medium"/>
                <a:cs typeface="Quicksand Medium"/>
                <a:sym typeface="Quicksand Medium"/>
              </a:rPr>
              <a:t> a</a:t>
            </a:r>
            <a:r>
              <a:rPr lang="en-US" b="true" sz="2596" spc="23" strike="noStrike" u="none">
                <a:solidFill>
                  <a:srgbClr val="7B6861"/>
                </a:solidFill>
                <a:latin typeface="Quicksand Medium"/>
                <a:ea typeface="Quicksand Medium"/>
                <a:cs typeface="Quicksand Medium"/>
                <a:sym typeface="Quicksand Medium"/>
              </a:rPr>
              <a:t>n A</a:t>
            </a:r>
            <a:r>
              <a:rPr lang="en-US" b="true" sz="2596" spc="23" strike="noStrike" u="none">
                <a:solidFill>
                  <a:srgbClr val="7B6861"/>
                </a:solidFill>
                <a:latin typeface="Quicksand Medium"/>
                <a:ea typeface="Quicksand Medium"/>
                <a:cs typeface="Quicksand Medium"/>
                <a:sym typeface="Quicksand Medium"/>
              </a:rPr>
              <a:t>r</a:t>
            </a:r>
            <a:r>
              <a:rPr lang="en-US" b="true" sz="2596" spc="23" strike="noStrike" u="none">
                <a:solidFill>
                  <a:srgbClr val="7B6861"/>
                </a:solidFill>
                <a:latin typeface="Quicksand Medium"/>
                <a:ea typeface="Quicksand Medium"/>
                <a:cs typeface="Quicksand Medium"/>
                <a:sym typeface="Quicksand Medium"/>
              </a:rPr>
              <a:t>ch</a:t>
            </a:r>
            <a:r>
              <a:rPr lang="en-US" b="true" sz="2596" spc="23" strike="noStrike" u="none">
                <a:solidFill>
                  <a:srgbClr val="7B6861"/>
                </a:solidFill>
                <a:latin typeface="Quicksand Medium"/>
                <a:ea typeface="Quicksand Medium"/>
                <a:cs typeface="Quicksand Medium"/>
                <a:sym typeface="Quicksand Medium"/>
              </a:rPr>
              <a:t>i</a:t>
            </a:r>
            <a:r>
              <a:rPr lang="en-US" b="true" sz="2596" spc="23" strike="noStrike" u="none">
                <a:solidFill>
                  <a:srgbClr val="7B6861"/>
                </a:solidFill>
                <a:latin typeface="Quicksand Medium"/>
                <a:ea typeface="Quicksand Medium"/>
                <a:cs typeface="Quicksand Medium"/>
                <a:sym typeface="Quicksand Medium"/>
              </a:rPr>
              <a:t>mede</a:t>
            </a:r>
            <a:r>
              <a:rPr lang="en-US" b="true" sz="2596" spc="23" strike="noStrike" u="none">
                <a:solidFill>
                  <a:srgbClr val="7B6861"/>
                </a:solidFill>
                <a:latin typeface="Quicksand Medium"/>
                <a:ea typeface="Quicksand Medium"/>
                <a:cs typeface="Quicksand Medium"/>
                <a:sym typeface="Quicksand Medium"/>
              </a:rPr>
              <a:t>s s</a:t>
            </a:r>
            <a:r>
              <a:rPr lang="en-US" b="true" sz="2596" spc="23" strike="noStrike" u="none">
                <a:solidFill>
                  <a:srgbClr val="7B6861"/>
                </a:solidFill>
                <a:latin typeface="Quicksand Medium"/>
                <a:ea typeface="Quicksand Medium"/>
                <a:cs typeface="Quicksand Medium"/>
                <a:sym typeface="Quicksand Medium"/>
              </a:rPr>
              <a:t>cr</a:t>
            </a:r>
            <a:r>
              <a:rPr lang="en-US" b="true" sz="2596" spc="23" strike="noStrike" u="none">
                <a:solidFill>
                  <a:srgbClr val="7B6861"/>
                </a:solidFill>
                <a:latin typeface="Quicksand Medium"/>
                <a:ea typeface="Quicksand Medium"/>
                <a:cs typeface="Quicksand Medium"/>
                <a:sym typeface="Quicksand Medium"/>
              </a:rPr>
              <a:t>e</a:t>
            </a:r>
            <a:r>
              <a:rPr lang="en-US" b="true" sz="2596" spc="23" strike="noStrike" u="none">
                <a:solidFill>
                  <a:srgbClr val="7B6861"/>
                </a:solidFill>
                <a:latin typeface="Quicksand Medium"/>
                <a:ea typeface="Quicksand Medium"/>
                <a:cs typeface="Quicksand Medium"/>
                <a:sym typeface="Quicksand Medium"/>
              </a:rPr>
              <a:t>w</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a</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r</a:t>
            </a:r>
            <a:r>
              <a:rPr lang="en-US" b="true" sz="2596" spc="23" strike="noStrike" u="none">
                <a:solidFill>
                  <a:srgbClr val="7B6861"/>
                </a:solidFill>
                <a:latin typeface="Quicksand Medium"/>
                <a:ea typeface="Quicksand Medium"/>
                <a:cs typeface="Quicksand Medium"/>
                <a:sym typeface="Quicksand Medium"/>
              </a:rPr>
              <a:t>ac</a:t>
            </a:r>
            <a:r>
              <a:rPr lang="en-US" b="true" sz="2596" spc="23" strike="noStrike" u="none">
                <a:solidFill>
                  <a:srgbClr val="7B6861"/>
                </a:solidFill>
                <a:latin typeface="Quicksand Medium"/>
                <a:ea typeface="Quicksand Medium"/>
                <a:cs typeface="Quicksand Medium"/>
                <a:sym typeface="Quicksand Medium"/>
              </a:rPr>
              <a:t>k</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&amp; p</a:t>
            </a:r>
            <a:r>
              <a:rPr lang="en-US" b="true" sz="2596" spc="23" strike="noStrike" u="none">
                <a:solidFill>
                  <a:srgbClr val="7B6861"/>
                </a:solidFill>
                <a:latin typeface="Quicksand Medium"/>
                <a:ea typeface="Quicksand Medium"/>
                <a:cs typeface="Quicksand Medium"/>
                <a:sym typeface="Quicksand Medium"/>
              </a:rPr>
              <a:t>ini</a:t>
            </a:r>
            <a:r>
              <a:rPr lang="en-US" b="true" sz="2596" spc="23" strike="noStrike" u="none">
                <a:solidFill>
                  <a:srgbClr val="7B6861"/>
                </a:solidFill>
                <a:latin typeface="Quicksand Medium"/>
                <a:ea typeface="Quicksand Medium"/>
                <a:cs typeface="Quicksand Medium"/>
                <a:sym typeface="Quicksand Medium"/>
              </a:rPr>
              <a:t>on</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mecha</a:t>
            </a:r>
            <a:r>
              <a:rPr lang="en-US" b="true" sz="2596" spc="23" strike="noStrike" u="none">
                <a:solidFill>
                  <a:srgbClr val="7B6861"/>
                </a:solidFill>
                <a:latin typeface="Quicksand Medium"/>
                <a:ea typeface="Quicksand Medium"/>
                <a:cs typeface="Quicksand Medium"/>
                <a:sym typeface="Quicksand Medium"/>
              </a:rPr>
              <a:t>nis</a:t>
            </a:r>
            <a:r>
              <a:rPr lang="en-US" b="true" sz="2596" spc="23" strike="noStrike" u="none">
                <a:solidFill>
                  <a:srgbClr val="7B6861"/>
                </a:solidFill>
                <a:latin typeface="Quicksand Medium"/>
                <a:ea typeface="Quicksand Medium"/>
                <a:cs typeface="Quicksand Medium"/>
                <a:sym typeface="Quicksand Medium"/>
              </a:rPr>
              <a:t>m</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an</a:t>
            </a:r>
            <a:r>
              <a:rPr lang="en-US" b="true" sz="2596" spc="23" strike="noStrike" u="none">
                <a:solidFill>
                  <a:srgbClr val="7B6861"/>
                </a:solidFill>
                <a:latin typeface="Quicksand Medium"/>
                <a:ea typeface="Quicksand Medium"/>
                <a:cs typeface="Quicksand Medium"/>
                <a:sym typeface="Quicksand Medium"/>
              </a:rPr>
              <a:t>d s</a:t>
            </a:r>
            <a:r>
              <a:rPr lang="en-US" b="true" sz="2596" spc="23" strike="noStrike" u="none">
                <a:solidFill>
                  <a:srgbClr val="7B6861"/>
                </a:solidFill>
                <a:latin typeface="Quicksand Medium"/>
                <a:ea typeface="Quicksand Medium"/>
                <a:cs typeface="Quicksand Medium"/>
                <a:sym typeface="Quicksand Medium"/>
              </a:rPr>
              <a:t>mart </a:t>
            </a:r>
            <a:r>
              <a:rPr lang="en-US" b="true" sz="2596" spc="23" strike="noStrike" u="none">
                <a:solidFill>
                  <a:srgbClr val="7B6861"/>
                </a:solidFill>
                <a:latin typeface="Quicksand Medium"/>
                <a:ea typeface="Quicksand Medium"/>
                <a:cs typeface="Quicksand Medium"/>
                <a:sym typeface="Quicksand Medium"/>
              </a:rPr>
              <a:t>c</a:t>
            </a:r>
            <a:r>
              <a:rPr lang="en-US" b="true" sz="2596" spc="23" strike="noStrike" u="none">
                <a:solidFill>
                  <a:srgbClr val="7B6861"/>
                </a:solidFill>
                <a:latin typeface="Quicksand Medium"/>
                <a:ea typeface="Quicksand Medium"/>
                <a:cs typeface="Quicksand Medium"/>
                <a:sym typeface="Quicksand Medium"/>
              </a:rPr>
              <a:t>on</a:t>
            </a:r>
            <a:r>
              <a:rPr lang="en-US" b="true" sz="2596" spc="23" strike="noStrike" u="none">
                <a:solidFill>
                  <a:srgbClr val="7B6861"/>
                </a:solidFill>
                <a:latin typeface="Quicksand Medium"/>
                <a:ea typeface="Quicksand Medium"/>
                <a:cs typeface="Quicksand Medium"/>
                <a:sym typeface="Quicksand Medium"/>
              </a:rPr>
              <a:t>tr</a:t>
            </a:r>
            <a:r>
              <a:rPr lang="en-US" b="true" sz="2596" spc="23" strike="noStrike" u="none">
                <a:solidFill>
                  <a:srgbClr val="7B6861"/>
                </a:solidFill>
                <a:latin typeface="Quicksand Medium"/>
                <a:ea typeface="Quicksand Medium"/>
                <a:cs typeface="Quicksand Medium"/>
                <a:sym typeface="Quicksand Medium"/>
              </a:rPr>
              <a:t>ol</a:t>
            </a:r>
            <a:r>
              <a:rPr lang="en-US" b="true" sz="2596" spc="23" strike="noStrike" u="none">
                <a:solidFill>
                  <a:srgbClr val="7B6861"/>
                </a:solidFill>
                <a:latin typeface="Quicksand Medium"/>
                <a:ea typeface="Quicksand Medium"/>
                <a:cs typeface="Quicksand Medium"/>
                <a:sym typeface="Quicksand Medium"/>
              </a:rPr>
              <a:t>s</a:t>
            </a:r>
            <a:r>
              <a:rPr lang="en-US" b="true" sz="2596" spc="23" strike="noStrike" u="none">
                <a:solidFill>
                  <a:srgbClr val="7B6861"/>
                </a:solidFill>
                <a:latin typeface="Quicksand Medium"/>
                <a:ea typeface="Quicksand Medium"/>
                <a:cs typeface="Quicksand Medium"/>
                <a:sym typeface="Quicksand Medium"/>
              </a:rPr>
              <a:t>—c</a:t>
            </a:r>
            <a:r>
              <a:rPr lang="en-US" b="true" sz="2596" spc="23" strike="noStrike" u="none">
                <a:solidFill>
                  <a:srgbClr val="7B6861"/>
                </a:solidFill>
                <a:latin typeface="Quicksand Medium"/>
                <a:ea typeface="Quicksand Medium"/>
                <a:cs typeface="Quicksand Medium"/>
                <a:sym typeface="Quicksand Medium"/>
              </a:rPr>
              <a:t>a</a:t>
            </a:r>
            <a:r>
              <a:rPr lang="en-US" b="true" sz="2596" spc="23" strike="noStrike" u="none">
                <a:solidFill>
                  <a:srgbClr val="7B6861"/>
                </a:solidFill>
                <a:latin typeface="Quicksand Medium"/>
                <a:ea typeface="Quicksand Medium"/>
                <a:cs typeface="Quicksand Medium"/>
                <a:sym typeface="Quicksand Medium"/>
              </a:rPr>
              <a:t>n</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b</a:t>
            </a:r>
            <a:r>
              <a:rPr lang="en-US" b="true" sz="2596" spc="23" strike="noStrike" u="none">
                <a:solidFill>
                  <a:srgbClr val="7B6861"/>
                </a:solidFill>
                <a:latin typeface="Quicksand Medium"/>
                <a:ea typeface="Quicksand Medium"/>
                <a:cs typeface="Quicksand Medium"/>
                <a:sym typeface="Quicksand Medium"/>
              </a:rPr>
              <a:t>e i</a:t>
            </a:r>
            <a:r>
              <a:rPr lang="en-US" b="true" sz="2596" spc="23" strike="noStrike" u="none">
                <a:solidFill>
                  <a:srgbClr val="7B6861"/>
                </a:solidFill>
                <a:latin typeface="Quicksand Medium"/>
                <a:ea typeface="Quicksand Medium"/>
                <a:cs typeface="Quicksand Medium"/>
                <a:sym typeface="Quicksand Medium"/>
              </a:rPr>
              <a:t>nte</a:t>
            </a:r>
            <a:r>
              <a:rPr lang="en-US" b="true" sz="2596" spc="23" strike="noStrike" u="none">
                <a:solidFill>
                  <a:srgbClr val="7B6861"/>
                </a:solidFill>
                <a:latin typeface="Quicksand Medium"/>
                <a:ea typeface="Quicksand Medium"/>
                <a:cs typeface="Quicksand Medium"/>
                <a:sym typeface="Quicksand Medium"/>
              </a:rPr>
              <a:t>g</a:t>
            </a:r>
            <a:r>
              <a:rPr lang="en-US" b="true" sz="2596" spc="23" strike="noStrike" u="none">
                <a:solidFill>
                  <a:srgbClr val="7B6861"/>
                </a:solidFill>
                <a:latin typeface="Quicksand Medium"/>
                <a:ea typeface="Quicksand Medium"/>
                <a:cs typeface="Quicksand Medium"/>
                <a:sym typeface="Quicksand Medium"/>
              </a:rPr>
              <a:t>r</a:t>
            </a:r>
            <a:r>
              <a:rPr lang="en-US" b="true" sz="2596" spc="23" strike="noStrike" u="none">
                <a:solidFill>
                  <a:srgbClr val="7B6861"/>
                </a:solidFill>
                <a:latin typeface="Quicksand Medium"/>
                <a:ea typeface="Quicksand Medium"/>
                <a:cs typeface="Quicksand Medium"/>
                <a:sym typeface="Quicksand Medium"/>
              </a:rPr>
              <a:t>a</a:t>
            </a:r>
            <a:r>
              <a:rPr lang="en-US" b="true" sz="2596" spc="23" strike="noStrike" u="none">
                <a:solidFill>
                  <a:srgbClr val="7B6861"/>
                </a:solidFill>
                <a:latin typeface="Quicksand Medium"/>
                <a:ea typeface="Quicksand Medium"/>
                <a:cs typeface="Quicksand Medium"/>
                <a:sym typeface="Quicksand Medium"/>
              </a:rPr>
              <a:t>ted</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in</a:t>
            </a:r>
            <a:r>
              <a:rPr lang="en-US" b="true" sz="2596" spc="23" strike="noStrike" u="none">
                <a:solidFill>
                  <a:srgbClr val="7B6861"/>
                </a:solidFill>
                <a:latin typeface="Quicksand Medium"/>
                <a:ea typeface="Quicksand Medium"/>
                <a:cs typeface="Quicksand Medium"/>
                <a:sym typeface="Quicksand Medium"/>
              </a:rPr>
              <a:t>t</a:t>
            </a:r>
            <a:r>
              <a:rPr lang="en-US" b="true" sz="2596" spc="23" strike="noStrike" u="none">
                <a:solidFill>
                  <a:srgbClr val="7B6861"/>
                </a:solidFill>
                <a:latin typeface="Quicksand Medium"/>
                <a:ea typeface="Quicksand Medium"/>
                <a:cs typeface="Quicksand Medium"/>
                <a:sym typeface="Quicksand Medium"/>
              </a:rPr>
              <a:t>o</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an</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inn</a:t>
            </a:r>
            <a:r>
              <a:rPr lang="en-US" b="true" sz="2596" spc="23" strike="noStrike" u="none">
                <a:solidFill>
                  <a:srgbClr val="7B6861"/>
                </a:solidFill>
                <a:latin typeface="Quicksand Medium"/>
                <a:ea typeface="Quicksand Medium"/>
                <a:cs typeface="Quicksand Medium"/>
                <a:sym typeface="Quicksand Medium"/>
              </a:rPr>
              <a:t>o</a:t>
            </a:r>
            <a:r>
              <a:rPr lang="en-US" b="true" sz="2596" spc="23" strike="noStrike" u="none">
                <a:solidFill>
                  <a:srgbClr val="7B6861"/>
                </a:solidFill>
                <a:latin typeface="Quicksand Medium"/>
                <a:ea typeface="Quicksand Medium"/>
                <a:cs typeface="Quicksand Medium"/>
                <a:sym typeface="Quicksand Medium"/>
              </a:rPr>
              <a:t>vat</a:t>
            </a:r>
            <a:r>
              <a:rPr lang="en-US" b="true" sz="2596" spc="23" strike="noStrike" u="none">
                <a:solidFill>
                  <a:srgbClr val="7B6861"/>
                </a:solidFill>
                <a:latin typeface="Quicksand Medium"/>
                <a:ea typeface="Quicksand Medium"/>
                <a:cs typeface="Quicksand Medium"/>
                <a:sym typeface="Quicksand Medium"/>
              </a:rPr>
              <a:t>i</a:t>
            </a:r>
            <a:r>
              <a:rPr lang="en-US" b="true" sz="2596" spc="23" strike="noStrike" u="none">
                <a:solidFill>
                  <a:srgbClr val="7B6861"/>
                </a:solidFill>
                <a:latin typeface="Quicksand Medium"/>
                <a:ea typeface="Quicksand Medium"/>
                <a:cs typeface="Quicksand Medium"/>
                <a:sym typeface="Quicksand Medium"/>
              </a:rPr>
              <a:t>v</a:t>
            </a:r>
            <a:r>
              <a:rPr lang="en-US" b="true" sz="2596" spc="23" strike="noStrike" u="none">
                <a:solidFill>
                  <a:srgbClr val="7B6861"/>
                </a:solidFill>
                <a:latin typeface="Quicksand Medium"/>
                <a:ea typeface="Quicksand Medium"/>
                <a:cs typeface="Quicksand Medium"/>
                <a:sym typeface="Quicksand Medium"/>
              </a:rPr>
              <a:t>e</a:t>
            </a:r>
            <a:r>
              <a:rPr lang="en-US" b="true" sz="2596" spc="23" strike="noStrike" u="none">
                <a:solidFill>
                  <a:srgbClr val="7B6861"/>
                </a:solidFill>
                <a:latin typeface="Quicksand Medium"/>
                <a:ea typeface="Quicksand Medium"/>
                <a:cs typeface="Quicksand Medium"/>
                <a:sym typeface="Quicksand Medium"/>
              </a:rPr>
              <a:t>,</a:t>
            </a:r>
            <a:r>
              <a:rPr lang="en-US" b="true" sz="2596" spc="23" strike="noStrike" u="none">
                <a:solidFill>
                  <a:srgbClr val="7B6861"/>
                </a:solidFill>
                <a:latin typeface="Quicksand Medium"/>
                <a:ea typeface="Quicksand Medium"/>
                <a:cs typeface="Quicksand Medium"/>
                <a:sym typeface="Quicksand Medium"/>
              </a:rPr>
              <a:t> e</a:t>
            </a:r>
            <a:r>
              <a:rPr lang="en-US" b="true" sz="2596" spc="23" strike="noStrike" u="none">
                <a:solidFill>
                  <a:srgbClr val="7B6861"/>
                </a:solidFill>
                <a:latin typeface="Quicksand Medium"/>
                <a:ea typeface="Quicksand Medium"/>
                <a:cs typeface="Quicksand Medium"/>
                <a:sym typeface="Quicksand Medium"/>
              </a:rPr>
              <a:t>d</a:t>
            </a:r>
            <a:r>
              <a:rPr lang="en-US" b="true" sz="2596" spc="23" strike="noStrike" u="none">
                <a:solidFill>
                  <a:srgbClr val="7B6861"/>
                </a:solidFill>
                <a:latin typeface="Quicksand Medium"/>
                <a:ea typeface="Quicksand Medium"/>
                <a:cs typeface="Quicksand Medium"/>
                <a:sym typeface="Quicksand Medium"/>
              </a:rPr>
              <a:t>u</a:t>
            </a:r>
            <a:r>
              <a:rPr lang="en-US" b="true" sz="2596" spc="23" strike="noStrike" u="none">
                <a:solidFill>
                  <a:srgbClr val="7B6861"/>
                </a:solidFill>
                <a:latin typeface="Quicksand Medium"/>
                <a:ea typeface="Quicksand Medium"/>
                <a:cs typeface="Quicksand Medium"/>
                <a:sym typeface="Quicksand Medium"/>
              </a:rPr>
              <a:t>c</a:t>
            </a:r>
            <a:r>
              <a:rPr lang="en-US" b="true" sz="2596" spc="23" strike="noStrike" u="none">
                <a:solidFill>
                  <a:srgbClr val="7B6861"/>
                </a:solidFill>
                <a:latin typeface="Quicksand Medium"/>
                <a:ea typeface="Quicksand Medium"/>
                <a:cs typeface="Quicksand Medium"/>
                <a:sym typeface="Quicksand Medium"/>
              </a:rPr>
              <a:t>a</a:t>
            </a:r>
            <a:r>
              <a:rPr lang="en-US" b="true" sz="2596" spc="23" strike="noStrike" u="none">
                <a:solidFill>
                  <a:srgbClr val="7B6861"/>
                </a:solidFill>
                <a:latin typeface="Quicksand Medium"/>
                <a:ea typeface="Quicksand Medium"/>
                <a:cs typeface="Quicksand Medium"/>
                <a:sym typeface="Quicksand Medium"/>
              </a:rPr>
              <a:t>tion</a:t>
            </a:r>
            <a:r>
              <a:rPr lang="en-US" b="true" sz="2596" spc="23" strike="noStrike" u="none">
                <a:solidFill>
                  <a:srgbClr val="7B6861"/>
                </a:solidFill>
                <a:latin typeface="Quicksand Medium"/>
                <a:ea typeface="Quicksand Medium"/>
                <a:cs typeface="Quicksand Medium"/>
                <a:sym typeface="Quicksand Medium"/>
              </a:rPr>
              <a:t>a</a:t>
            </a:r>
            <a:r>
              <a:rPr lang="en-US" b="true" sz="2596" spc="23" strike="noStrike" u="none">
                <a:solidFill>
                  <a:srgbClr val="7B6861"/>
                </a:solidFill>
                <a:latin typeface="Quicksand Medium"/>
                <a:ea typeface="Quicksand Medium"/>
                <a:cs typeface="Quicksand Medium"/>
                <a:sym typeface="Quicksand Medium"/>
              </a:rPr>
              <a:t>l</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child</a:t>
            </a:r>
            <a:r>
              <a:rPr lang="en-US" b="true" sz="2596" spc="23" strike="noStrike" u="none">
                <a:solidFill>
                  <a:srgbClr val="7B6861"/>
                </a:solidFill>
                <a:latin typeface="Quicksand Medium"/>
                <a:ea typeface="Quicksand Medium"/>
                <a:cs typeface="Quicksand Medium"/>
                <a:sym typeface="Quicksand Medium"/>
              </a:rPr>
              <a:t>r</a:t>
            </a:r>
            <a:r>
              <a:rPr lang="en-US" b="true" sz="2596" spc="23" strike="noStrike" u="none">
                <a:solidFill>
                  <a:srgbClr val="7B6861"/>
                </a:solidFill>
                <a:latin typeface="Quicksand Medium"/>
                <a:ea typeface="Quicksand Medium"/>
                <a:cs typeface="Quicksand Medium"/>
                <a:sym typeface="Quicksand Medium"/>
              </a:rPr>
              <a:t>en'</a:t>
            </a:r>
            <a:r>
              <a:rPr lang="en-US" b="true" sz="2596" spc="23" strike="noStrike" u="none">
                <a:solidFill>
                  <a:srgbClr val="7B6861"/>
                </a:solidFill>
                <a:latin typeface="Quicksand Medium"/>
                <a:ea typeface="Quicksand Medium"/>
                <a:cs typeface="Quicksand Medium"/>
                <a:sym typeface="Quicksand Medium"/>
              </a:rPr>
              <a:t>s</a:t>
            </a:r>
            <a:r>
              <a:rPr lang="en-US" b="true" sz="2596" spc="23" strike="noStrike" u="none">
                <a:solidFill>
                  <a:srgbClr val="7B6861"/>
                </a:solidFill>
                <a:latin typeface="Quicksand Medium"/>
                <a:ea typeface="Quicksand Medium"/>
                <a:cs typeface="Quicksand Medium"/>
                <a:sym typeface="Quicksand Medium"/>
              </a:rPr>
              <a:t> toy</a:t>
            </a:r>
            <a:r>
              <a:rPr lang="en-US" b="true" sz="2596" spc="23" strike="noStrike" u="none">
                <a:solidFill>
                  <a:srgbClr val="7B6861"/>
                </a:solidFill>
                <a:latin typeface="Quicksand Medium"/>
                <a:ea typeface="Quicksand Medium"/>
                <a:cs typeface="Quicksand Medium"/>
                <a:sym typeface="Quicksand Medium"/>
              </a:rPr>
              <a:t>.</a:t>
            </a:r>
          </a:p>
          <a:p>
            <a:pPr algn="l" marL="560589" indent="-280295" lvl="1">
              <a:lnSpc>
                <a:spcPts val="3531"/>
              </a:lnSpc>
              <a:buFont typeface="Arial"/>
              <a:buChar char="•"/>
            </a:pPr>
            <a:r>
              <a:rPr lang="en-US" b="true" sz="2596" spc="23" strike="noStrike" u="none">
                <a:solidFill>
                  <a:srgbClr val="7B6861"/>
                </a:solidFill>
                <a:latin typeface="Quicksand Medium"/>
                <a:ea typeface="Quicksand Medium"/>
                <a:cs typeface="Quicksand Medium"/>
                <a:sym typeface="Quicksand Medium"/>
              </a:rPr>
              <a:t>The</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Cor</a:t>
            </a:r>
            <a:r>
              <a:rPr lang="en-US" b="true" sz="2596" spc="23" strike="noStrike" u="none">
                <a:solidFill>
                  <a:srgbClr val="7B6861"/>
                </a:solidFill>
                <a:latin typeface="Quicksand Medium"/>
                <a:ea typeface="Quicksand Medium"/>
                <a:cs typeface="Quicksand Medium"/>
                <a:sym typeface="Quicksand Medium"/>
              </a:rPr>
              <a:t>e </a:t>
            </a:r>
            <a:r>
              <a:rPr lang="en-US" b="true" sz="2596" spc="23" strike="noStrike" u="none">
                <a:solidFill>
                  <a:srgbClr val="7B6861"/>
                </a:solidFill>
                <a:latin typeface="Quicksand Medium"/>
                <a:ea typeface="Quicksand Medium"/>
                <a:cs typeface="Quicksand Medium"/>
                <a:sym typeface="Quicksand Medium"/>
              </a:rPr>
              <a:t>V</a:t>
            </a:r>
            <a:r>
              <a:rPr lang="en-US" b="true" sz="2596" spc="23" strike="noStrike" u="none">
                <a:solidFill>
                  <a:srgbClr val="7B6861"/>
                </a:solidFill>
                <a:latin typeface="Quicksand Medium"/>
                <a:ea typeface="Quicksand Medium"/>
                <a:cs typeface="Quicksand Medium"/>
                <a:sym typeface="Quicksand Medium"/>
              </a:rPr>
              <a:t>alu</a:t>
            </a:r>
            <a:r>
              <a:rPr lang="en-US" b="true" sz="2596" spc="23" strike="noStrike" u="none">
                <a:solidFill>
                  <a:srgbClr val="7B6861"/>
                </a:solidFill>
                <a:latin typeface="Quicksand Medium"/>
                <a:ea typeface="Quicksand Medium"/>
                <a:cs typeface="Quicksand Medium"/>
                <a:sym typeface="Quicksand Medium"/>
              </a:rPr>
              <a:t>e:</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N</a:t>
            </a:r>
            <a:r>
              <a:rPr lang="en-US" b="true" sz="2596" spc="23" strike="noStrike" u="none">
                <a:solidFill>
                  <a:srgbClr val="7B6861"/>
                </a:solidFill>
                <a:latin typeface="Quicksand Medium"/>
                <a:ea typeface="Quicksand Medium"/>
                <a:cs typeface="Quicksand Medium"/>
                <a:sym typeface="Quicksand Medium"/>
              </a:rPr>
              <a:t>ame</a:t>
            </a:r>
            <a:r>
              <a:rPr lang="en-US" b="true" sz="2596" spc="23" strike="noStrike" u="none">
                <a:solidFill>
                  <a:srgbClr val="7B6861"/>
                </a:solidFill>
                <a:latin typeface="Quicksand Medium"/>
                <a:ea typeface="Quicksand Medium"/>
                <a:cs typeface="Quicksand Medium"/>
                <a:sym typeface="Quicksand Medium"/>
              </a:rPr>
              <a:t>d wi</a:t>
            </a:r>
            <a:r>
              <a:rPr lang="en-US" b="true" sz="2596" spc="23" strike="noStrike" u="none">
                <a:solidFill>
                  <a:srgbClr val="7B6861"/>
                </a:solidFill>
                <a:latin typeface="Quicksand Medium"/>
                <a:ea typeface="Quicksand Medium"/>
                <a:cs typeface="Quicksand Medium"/>
                <a:sym typeface="Quicksand Medium"/>
              </a:rPr>
              <a:t>t</a:t>
            </a:r>
            <a:r>
              <a:rPr lang="en-US" b="true" sz="2596" spc="23" strike="noStrike" u="none">
                <a:solidFill>
                  <a:srgbClr val="7B6861"/>
                </a:solidFill>
                <a:latin typeface="Quicksand Medium"/>
                <a:ea typeface="Quicksand Medium"/>
                <a:cs typeface="Quicksand Medium"/>
                <a:sym typeface="Quicksand Medium"/>
              </a:rPr>
              <a:t>h</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p</a:t>
            </a:r>
            <a:r>
              <a:rPr lang="en-US" b="true" sz="2596" spc="23" strike="noStrike" u="none">
                <a:solidFill>
                  <a:srgbClr val="7B6861"/>
                </a:solidFill>
                <a:latin typeface="Quicksand Medium"/>
                <a:ea typeface="Quicksand Medium"/>
                <a:cs typeface="Quicksand Medium"/>
                <a:sym typeface="Quicksand Medium"/>
              </a:rPr>
              <a:t>r</a:t>
            </a:r>
            <a:r>
              <a:rPr lang="en-US" b="true" sz="2596" spc="23" strike="noStrike" u="none">
                <a:solidFill>
                  <a:srgbClr val="7B6861"/>
                </a:solidFill>
                <a:latin typeface="Quicksand Medium"/>
                <a:ea typeface="Quicksand Medium"/>
                <a:cs typeface="Quicksand Medium"/>
                <a:sym typeface="Quicksand Medium"/>
              </a:rPr>
              <a:t>id</a:t>
            </a:r>
            <a:r>
              <a:rPr lang="en-US" b="true" sz="2596" spc="23" strike="noStrike" u="none">
                <a:solidFill>
                  <a:srgbClr val="7B6861"/>
                </a:solidFill>
                <a:latin typeface="Quicksand Medium"/>
                <a:ea typeface="Quicksand Medium"/>
                <a:cs typeface="Quicksand Medium"/>
                <a:sym typeface="Quicksand Medium"/>
              </a:rPr>
              <a:t>e</a:t>
            </a:r>
            <a:r>
              <a:rPr lang="en-US" b="true" sz="2596" spc="23" strike="noStrike" u="none">
                <a:solidFill>
                  <a:srgbClr val="7B6861"/>
                </a:solidFill>
                <a:latin typeface="Quicksand Medium"/>
                <a:ea typeface="Quicksand Medium"/>
                <a:cs typeface="Quicksand Medium"/>
                <a:sym typeface="Quicksand Medium"/>
              </a:rPr>
              <a:t>, "Fakh</a:t>
            </a:r>
            <a:r>
              <a:rPr lang="en-US" b="true" sz="2596" spc="23" strike="noStrike" u="none">
                <a:solidFill>
                  <a:srgbClr val="7B6861"/>
                </a:solidFill>
                <a:latin typeface="Quicksand Medium"/>
                <a:ea typeface="Quicksand Medium"/>
                <a:cs typeface="Quicksand Medium"/>
                <a:sym typeface="Quicksand Medium"/>
              </a:rPr>
              <a:t>r </a:t>
            </a:r>
            <a:r>
              <a:rPr lang="en-US" b="true" sz="2596" spc="23" strike="noStrike" u="none">
                <a:solidFill>
                  <a:srgbClr val="7B6861"/>
                </a:solidFill>
                <a:latin typeface="Quicksand Medium"/>
                <a:ea typeface="Quicksand Medium"/>
                <a:cs typeface="Quicksand Medium"/>
                <a:sym typeface="Quicksand Medium"/>
              </a:rPr>
              <a:t>A</a:t>
            </a:r>
            <a:r>
              <a:rPr lang="en-US" b="true" sz="2596" spc="23" strike="noStrike" u="none">
                <a:solidFill>
                  <a:srgbClr val="7B6861"/>
                </a:solidFill>
                <a:latin typeface="Quicksand Medium"/>
                <a:ea typeface="Quicksand Medium"/>
                <a:cs typeface="Quicksand Medium"/>
                <a:sym typeface="Quicksand Medium"/>
              </a:rPr>
              <a:t>l</a:t>
            </a:r>
            <a:r>
              <a:rPr lang="en-US" b="true" sz="2596" spc="23" strike="noStrike" u="none">
                <a:solidFill>
                  <a:srgbClr val="7B6861"/>
                </a:solidFill>
                <a:latin typeface="Quicksand Medium"/>
                <a:ea typeface="Quicksand Medium"/>
                <a:cs typeface="Quicksand Medium"/>
                <a:sym typeface="Quicksand Medium"/>
              </a:rPr>
              <a:t>-A</a:t>
            </a:r>
            <a:r>
              <a:rPr lang="en-US" b="true" sz="2596" spc="23" strike="noStrike" u="none">
                <a:solidFill>
                  <a:srgbClr val="7B6861"/>
                </a:solidFill>
                <a:latin typeface="Quicksand Medium"/>
                <a:ea typeface="Quicksand Medium"/>
                <a:cs typeface="Quicksand Medium"/>
                <a:sym typeface="Quicksand Medium"/>
              </a:rPr>
              <a:t>ra</a:t>
            </a:r>
            <a:r>
              <a:rPr lang="en-US" b="true" sz="2596" spc="23" strike="noStrike" u="none">
                <a:solidFill>
                  <a:srgbClr val="7B6861"/>
                </a:solidFill>
                <a:latin typeface="Quicksand Medium"/>
                <a:ea typeface="Quicksand Medium"/>
                <a:cs typeface="Quicksand Medium"/>
                <a:sym typeface="Quicksand Medium"/>
              </a:rPr>
              <a:t>b"</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b</a:t>
            </a:r>
            <a:r>
              <a:rPr lang="en-US" b="true" sz="2596" spc="23" strike="noStrike" u="none">
                <a:solidFill>
                  <a:srgbClr val="7B6861"/>
                </a:solidFill>
                <a:latin typeface="Quicksand Medium"/>
                <a:ea typeface="Quicksand Medium"/>
                <a:cs typeface="Quicksand Medium"/>
                <a:sym typeface="Quicksand Medium"/>
              </a:rPr>
              <a:t>r</a:t>
            </a:r>
            <a:r>
              <a:rPr lang="en-US" b="true" sz="2596" spc="23" strike="noStrike" u="none">
                <a:solidFill>
                  <a:srgbClr val="7B6861"/>
                </a:solidFill>
                <a:latin typeface="Quicksand Medium"/>
                <a:ea typeface="Quicksand Medium"/>
                <a:cs typeface="Quicksand Medium"/>
                <a:sym typeface="Quicksand Medium"/>
              </a:rPr>
              <a:t>idg</a:t>
            </a:r>
            <a:r>
              <a:rPr lang="en-US" b="true" sz="2596" spc="23" strike="noStrike" u="none">
                <a:solidFill>
                  <a:srgbClr val="7B6861"/>
                </a:solidFill>
                <a:latin typeface="Quicksand Medium"/>
                <a:ea typeface="Quicksand Medium"/>
                <a:cs typeface="Quicksand Medium"/>
                <a:sym typeface="Quicksand Medium"/>
              </a:rPr>
              <a:t>e</a:t>
            </a:r>
            <a:r>
              <a:rPr lang="en-US" b="true" sz="2596" spc="23" strike="noStrike" u="none">
                <a:solidFill>
                  <a:srgbClr val="7B6861"/>
                </a:solidFill>
                <a:latin typeface="Quicksand Medium"/>
                <a:ea typeface="Quicksand Medium"/>
                <a:cs typeface="Quicksand Medium"/>
                <a:sym typeface="Quicksand Medium"/>
              </a:rPr>
              <a:t>s</a:t>
            </a:r>
            <a:r>
              <a:rPr lang="en-US" b="true" sz="2596" spc="23" strike="noStrike" u="none">
                <a:solidFill>
                  <a:srgbClr val="7B6861"/>
                </a:solidFill>
                <a:latin typeface="Quicksand Medium"/>
                <a:ea typeface="Quicksand Medium"/>
                <a:cs typeface="Quicksand Medium"/>
                <a:sym typeface="Quicksand Medium"/>
              </a:rPr>
              <a:t> t</a:t>
            </a:r>
            <a:r>
              <a:rPr lang="en-US" b="true" sz="2596" spc="23" strike="noStrike" u="none">
                <a:solidFill>
                  <a:srgbClr val="7B6861"/>
                </a:solidFill>
                <a:latin typeface="Quicksand Medium"/>
                <a:ea typeface="Quicksand Medium"/>
                <a:cs typeface="Quicksand Medium"/>
                <a:sym typeface="Quicksand Medium"/>
              </a:rPr>
              <a:t>h</a:t>
            </a:r>
            <a:r>
              <a:rPr lang="en-US" b="true" sz="2596" spc="23" strike="noStrike" u="none">
                <a:solidFill>
                  <a:srgbClr val="7B6861"/>
                </a:solidFill>
                <a:latin typeface="Quicksand Medium"/>
                <a:ea typeface="Quicksand Medium"/>
                <a:cs typeface="Quicksand Medium"/>
                <a:sym typeface="Quicksand Medium"/>
              </a:rPr>
              <a:t>e</a:t>
            </a:r>
            <a:r>
              <a:rPr lang="en-US" b="true" sz="2596" spc="23" strike="noStrike" u="none">
                <a:solidFill>
                  <a:srgbClr val="7B6861"/>
                </a:solidFill>
                <a:latin typeface="Quicksand Medium"/>
                <a:ea typeface="Quicksand Medium"/>
                <a:cs typeface="Quicksand Medium"/>
                <a:sym typeface="Quicksand Medium"/>
              </a:rPr>
              <a:t> ga</a:t>
            </a:r>
            <a:r>
              <a:rPr lang="en-US" b="true" sz="2596" spc="23" strike="noStrike" u="none">
                <a:solidFill>
                  <a:srgbClr val="7B6861"/>
                </a:solidFill>
                <a:latin typeface="Quicksand Medium"/>
                <a:ea typeface="Quicksand Medium"/>
                <a:cs typeface="Quicksand Medium"/>
                <a:sym typeface="Quicksand Medium"/>
              </a:rPr>
              <a:t>p </a:t>
            </a:r>
            <a:r>
              <a:rPr lang="en-US" b="true" sz="2596" spc="23" strike="noStrike" u="none">
                <a:solidFill>
                  <a:srgbClr val="7B6861"/>
                </a:solidFill>
                <a:latin typeface="Quicksand Medium"/>
                <a:ea typeface="Quicksand Medium"/>
                <a:cs typeface="Quicksand Medium"/>
                <a:sym typeface="Quicksand Medium"/>
              </a:rPr>
              <a:t>b</a:t>
            </a:r>
            <a:r>
              <a:rPr lang="en-US" b="true" sz="2596" spc="23" strike="noStrike" u="none">
                <a:solidFill>
                  <a:srgbClr val="7B6861"/>
                </a:solidFill>
                <a:latin typeface="Quicksand Medium"/>
                <a:ea typeface="Quicksand Medium"/>
                <a:cs typeface="Quicksand Medium"/>
                <a:sym typeface="Quicksand Medium"/>
              </a:rPr>
              <a:t>et</a:t>
            </a:r>
            <a:r>
              <a:rPr lang="en-US" b="true" sz="2596" spc="23" strike="noStrike" u="none">
                <a:solidFill>
                  <a:srgbClr val="7B6861"/>
                </a:solidFill>
                <a:latin typeface="Quicksand Medium"/>
                <a:ea typeface="Quicksand Medium"/>
                <a:cs typeface="Quicksand Medium"/>
                <a:sym typeface="Quicksand Medium"/>
              </a:rPr>
              <a:t>ween</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mech</a:t>
            </a:r>
            <a:r>
              <a:rPr lang="en-US" b="true" sz="2596" spc="23" strike="noStrike" u="none">
                <a:solidFill>
                  <a:srgbClr val="7B6861"/>
                </a:solidFill>
                <a:latin typeface="Quicksand Medium"/>
                <a:ea typeface="Quicksand Medium"/>
                <a:cs typeface="Quicksand Medium"/>
                <a:sym typeface="Quicksand Medium"/>
              </a:rPr>
              <a:t>ani</a:t>
            </a:r>
            <a:r>
              <a:rPr lang="en-US" b="true" sz="2596" spc="23" strike="noStrike" u="none">
                <a:solidFill>
                  <a:srgbClr val="7B6861"/>
                </a:solidFill>
                <a:latin typeface="Quicksand Medium"/>
                <a:ea typeface="Quicksand Medium"/>
                <a:cs typeface="Quicksand Medium"/>
                <a:sym typeface="Quicksand Medium"/>
              </a:rPr>
              <a:t>cal</a:t>
            </a:r>
            <a:r>
              <a:rPr lang="en-US" b="true" sz="2596" spc="23" strike="noStrike" u="none">
                <a:solidFill>
                  <a:srgbClr val="7B6861"/>
                </a:solidFill>
                <a:latin typeface="Quicksand Medium"/>
                <a:ea typeface="Quicksand Medium"/>
                <a:cs typeface="Quicksand Medium"/>
                <a:sym typeface="Quicksand Medium"/>
              </a:rPr>
              <a:t> e</a:t>
            </a:r>
            <a:r>
              <a:rPr lang="en-US" b="true" sz="2596" spc="23" strike="noStrike" u="none">
                <a:solidFill>
                  <a:srgbClr val="7B6861"/>
                </a:solidFill>
                <a:latin typeface="Quicksand Medium"/>
                <a:ea typeface="Quicksand Medium"/>
                <a:cs typeface="Quicksand Medium"/>
                <a:sym typeface="Quicksand Medium"/>
              </a:rPr>
              <a:t>n</a:t>
            </a:r>
            <a:r>
              <a:rPr lang="en-US" b="true" sz="2596" spc="23" strike="noStrike" u="none">
                <a:solidFill>
                  <a:srgbClr val="7B6861"/>
                </a:solidFill>
                <a:latin typeface="Quicksand Medium"/>
                <a:ea typeface="Quicksand Medium"/>
                <a:cs typeface="Quicksand Medium"/>
                <a:sym typeface="Quicksand Medium"/>
              </a:rPr>
              <a:t>g</a:t>
            </a:r>
            <a:r>
              <a:rPr lang="en-US" b="true" sz="2596" spc="23" strike="noStrike" u="none">
                <a:solidFill>
                  <a:srgbClr val="7B6861"/>
                </a:solidFill>
                <a:latin typeface="Quicksand Medium"/>
                <a:ea typeface="Quicksand Medium"/>
                <a:cs typeface="Quicksand Medium"/>
                <a:sym typeface="Quicksand Medium"/>
              </a:rPr>
              <a:t>i</a:t>
            </a:r>
            <a:r>
              <a:rPr lang="en-US" b="true" sz="2596" spc="23" strike="noStrike" u="none">
                <a:solidFill>
                  <a:srgbClr val="7B6861"/>
                </a:solidFill>
                <a:latin typeface="Quicksand Medium"/>
                <a:ea typeface="Quicksand Medium"/>
                <a:cs typeface="Quicksand Medium"/>
                <a:sym typeface="Quicksand Medium"/>
              </a:rPr>
              <a:t>nee</a:t>
            </a:r>
            <a:r>
              <a:rPr lang="en-US" b="true" sz="2596" spc="23" strike="noStrike" u="none">
                <a:solidFill>
                  <a:srgbClr val="7B6861"/>
                </a:solidFill>
                <a:latin typeface="Quicksand Medium"/>
                <a:ea typeface="Quicksand Medium"/>
                <a:cs typeface="Quicksand Medium"/>
                <a:sym typeface="Quicksand Medium"/>
              </a:rPr>
              <a:t>r</a:t>
            </a:r>
            <a:r>
              <a:rPr lang="en-US" b="true" sz="2596" spc="23" strike="noStrike" u="none">
                <a:solidFill>
                  <a:srgbClr val="7B6861"/>
                </a:solidFill>
                <a:latin typeface="Quicksand Medium"/>
                <a:ea typeface="Quicksand Medium"/>
                <a:cs typeface="Quicksand Medium"/>
                <a:sym typeface="Quicksand Medium"/>
              </a:rPr>
              <a:t>in</a:t>
            </a:r>
            <a:r>
              <a:rPr lang="en-US" b="true" sz="2596" spc="23" strike="noStrike" u="none">
                <a:solidFill>
                  <a:srgbClr val="7B6861"/>
                </a:solidFill>
                <a:latin typeface="Quicksand Medium"/>
                <a:ea typeface="Quicksand Medium"/>
                <a:cs typeface="Quicksand Medium"/>
                <a:sym typeface="Quicksand Medium"/>
              </a:rPr>
              <a:t>g</a:t>
            </a:r>
            <a:r>
              <a:rPr lang="en-US" b="true" sz="2596" spc="23" strike="noStrike" u="none">
                <a:solidFill>
                  <a:srgbClr val="7B6861"/>
                </a:solidFill>
                <a:latin typeface="Quicksand Medium"/>
                <a:ea typeface="Quicksand Medium"/>
                <a:cs typeface="Quicksand Medium"/>
                <a:sym typeface="Quicksand Medium"/>
              </a:rPr>
              <a:t> and</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e</a:t>
            </a:r>
            <a:r>
              <a:rPr lang="en-US" b="true" sz="2596" spc="23" strike="noStrike" u="none">
                <a:solidFill>
                  <a:srgbClr val="7B6861"/>
                </a:solidFill>
                <a:latin typeface="Quicksand Medium"/>
                <a:ea typeface="Quicksand Medium"/>
                <a:cs typeface="Quicksand Medium"/>
                <a:sym typeface="Quicksand Medium"/>
              </a:rPr>
              <a:t>arly</a:t>
            </a:r>
            <a:r>
              <a:rPr lang="en-US" b="true" sz="2596" spc="23" strike="noStrike" u="none">
                <a:solidFill>
                  <a:srgbClr val="7B6861"/>
                </a:solidFill>
                <a:latin typeface="Quicksand Medium"/>
                <a:ea typeface="Quicksand Medium"/>
                <a:cs typeface="Quicksand Medium"/>
                <a:sym typeface="Quicksand Medium"/>
              </a:rPr>
              <a:t> c</a:t>
            </a:r>
            <a:r>
              <a:rPr lang="en-US" b="true" sz="2596" spc="23" strike="noStrike" u="none">
                <a:solidFill>
                  <a:srgbClr val="7B6861"/>
                </a:solidFill>
                <a:latin typeface="Quicksand Medium"/>
                <a:ea typeface="Quicksand Medium"/>
                <a:cs typeface="Quicksand Medium"/>
                <a:sym typeface="Quicksand Medium"/>
              </a:rPr>
              <a:t>hildhood</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de</a:t>
            </a:r>
            <a:r>
              <a:rPr lang="en-US" b="true" sz="2596" spc="23" strike="noStrike" u="none">
                <a:solidFill>
                  <a:srgbClr val="7B6861"/>
                </a:solidFill>
                <a:latin typeface="Quicksand Medium"/>
                <a:ea typeface="Quicksand Medium"/>
                <a:cs typeface="Quicksand Medium"/>
                <a:sym typeface="Quicksand Medium"/>
              </a:rPr>
              <a:t>v</a:t>
            </a:r>
            <a:r>
              <a:rPr lang="en-US" b="true" sz="2596" spc="23" strike="noStrike" u="none">
                <a:solidFill>
                  <a:srgbClr val="7B6861"/>
                </a:solidFill>
                <a:latin typeface="Quicksand Medium"/>
                <a:ea typeface="Quicksand Medium"/>
                <a:cs typeface="Quicksand Medium"/>
                <a:sym typeface="Quicksand Medium"/>
              </a:rPr>
              <a:t>e</a:t>
            </a:r>
            <a:r>
              <a:rPr lang="en-US" b="true" sz="2596" spc="23" strike="noStrike" u="none">
                <a:solidFill>
                  <a:srgbClr val="7B6861"/>
                </a:solidFill>
                <a:latin typeface="Quicksand Medium"/>
                <a:ea typeface="Quicksand Medium"/>
                <a:cs typeface="Quicksand Medium"/>
                <a:sym typeface="Quicksand Medium"/>
              </a:rPr>
              <a:t>l</a:t>
            </a:r>
            <a:r>
              <a:rPr lang="en-US" b="true" sz="2596" spc="23" strike="noStrike" u="none">
                <a:solidFill>
                  <a:srgbClr val="7B6861"/>
                </a:solidFill>
                <a:latin typeface="Quicksand Medium"/>
                <a:ea typeface="Quicksand Medium"/>
                <a:cs typeface="Quicksand Medium"/>
                <a:sym typeface="Quicksand Medium"/>
              </a:rPr>
              <a:t>o</a:t>
            </a:r>
            <a:r>
              <a:rPr lang="en-US" b="true" sz="2596" spc="23" strike="noStrike" u="none">
                <a:solidFill>
                  <a:srgbClr val="7B6861"/>
                </a:solidFill>
                <a:latin typeface="Quicksand Medium"/>
                <a:ea typeface="Quicksand Medium"/>
                <a:cs typeface="Quicksand Medium"/>
                <a:sym typeface="Quicksand Medium"/>
              </a:rPr>
              <a:t>p</a:t>
            </a:r>
            <a:r>
              <a:rPr lang="en-US" b="true" sz="2596" spc="23" strike="noStrike" u="none">
                <a:solidFill>
                  <a:srgbClr val="7B6861"/>
                </a:solidFill>
                <a:latin typeface="Quicksand Medium"/>
                <a:ea typeface="Quicksand Medium"/>
                <a:cs typeface="Quicksand Medium"/>
                <a:sym typeface="Quicksand Medium"/>
              </a:rPr>
              <a:t>m</a:t>
            </a:r>
            <a:r>
              <a:rPr lang="en-US" b="true" sz="2596" spc="23" strike="noStrike" u="none">
                <a:solidFill>
                  <a:srgbClr val="7B6861"/>
                </a:solidFill>
                <a:latin typeface="Quicksand Medium"/>
                <a:ea typeface="Quicksand Medium"/>
                <a:cs typeface="Quicksand Medium"/>
                <a:sym typeface="Quicksand Medium"/>
              </a:rPr>
              <a:t>e</a:t>
            </a:r>
            <a:r>
              <a:rPr lang="en-US" b="true" sz="2596" spc="23" strike="noStrike" u="none">
                <a:solidFill>
                  <a:srgbClr val="7B6861"/>
                </a:solidFill>
                <a:latin typeface="Quicksand Medium"/>
                <a:ea typeface="Quicksand Medium"/>
                <a:cs typeface="Quicksand Medium"/>
                <a:sym typeface="Quicksand Medium"/>
              </a:rPr>
              <a:t>nt,</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off</a:t>
            </a:r>
            <a:r>
              <a:rPr lang="en-US" b="true" sz="2596" spc="23" strike="noStrike" u="none">
                <a:solidFill>
                  <a:srgbClr val="7B6861"/>
                </a:solidFill>
                <a:latin typeface="Quicksand Medium"/>
                <a:ea typeface="Quicksand Medium"/>
                <a:cs typeface="Quicksand Medium"/>
                <a:sym typeface="Quicksand Medium"/>
              </a:rPr>
              <a:t>e</a:t>
            </a:r>
            <a:r>
              <a:rPr lang="en-US" b="true" sz="2596" spc="23" strike="noStrike" u="none">
                <a:solidFill>
                  <a:srgbClr val="7B6861"/>
                </a:solidFill>
                <a:latin typeface="Quicksand Medium"/>
                <a:ea typeface="Quicksand Medium"/>
                <a:cs typeface="Quicksand Medium"/>
                <a:sym typeface="Quicksand Medium"/>
              </a:rPr>
              <a:t>ring</a:t>
            </a:r>
            <a:r>
              <a:rPr lang="en-US" b="true" sz="2596" spc="23" strike="noStrike" u="none">
                <a:solidFill>
                  <a:srgbClr val="7B6861"/>
                </a:solidFill>
                <a:latin typeface="Quicksand Medium"/>
                <a:ea typeface="Quicksand Medium"/>
                <a:cs typeface="Quicksand Medium"/>
                <a:sym typeface="Quicksand Medium"/>
              </a:rPr>
              <a:t> a </a:t>
            </a:r>
            <a:r>
              <a:rPr lang="en-US" b="true" sz="2596" spc="23" strike="noStrike" u="none">
                <a:solidFill>
                  <a:srgbClr val="7B6861"/>
                </a:solidFill>
                <a:latin typeface="Quicksand Medium"/>
                <a:ea typeface="Quicksand Medium"/>
                <a:cs typeface="Quicksand Medium"/>
                <a:sym typeface="Quicksand Medium"/>
              </a:rPr>
              <a:t>high</a:t>
            </a:r>
            <a:r>
              <a:rPr lang="en-US" b="true" sz="2596" spc="23" strike="noStrike" u="none">
                <a:solidFill>
                  <a:srgbClr val="7B6861"/>
                </a:solidFill>
                <a:latin typeface="Quicksand Medium"/>
                <a:ea typeface="Quicksand Medium"/>
                <a:cs typeface="Quicksand Medium"/>
                <a:sym typeface="Quicksand Medium"/>
              </a:rPr>
              <a:t>l</a:t>
            </a:r>
            <a:r>
              <a:rPr lang="en-US" b="true" sz="2596" spc="23" strike="noStrike" u="none">
                <a:solidFill>
                  <a:srgbClr val="7B6861"/>
                </a:solidFill>
                <a:latin typeface="Quicksand Medium"/>
                <a:ea typeface="Quicksand Medium"/>
                <a:cs typeface="Quicksand Medium"/>
                <a:sym typeface="Quicksand Medium"/>
              </a:rPr>
              <a:t>y </a:t>
            </a:r>
            <a:r>
              <a:rPr lang="en-US" b="true" sz="2596" spc="23" strike="noStrike" u="none">
                <a:solidFill>
                  <a:srgbClr val="7B6861"/>
                </a:solidFill>
                <a:latin typeface="Quicksand Medium"/>
                <a:ea typeface="Quicksand Medium"/>
                <a:cs typeface="Quicksand Medium"/>
                <a:sym typeface="Quicksand Medium"/>
              </a:rPr>
              <a:t>i</a:t>
            </a:r>
            <a:r>
              <a:rPr lang="en-US" b="true" sz="2596" spc="23" strike="noStrike" u="none">
                <a:solidFill>
                  <a:srgbClr val="7B6861"/>
                </a:solidFill>
                <a:latin typeface="Quicksand Medium"/>
                <a:ea typeface="Quicksand Medium"/>
                <a:cs typeface="Quicksand Medium"/>
                <a:sym typeface="Quicksand Medium"/>
              </a:rPr>
              <a:t>nt</a:t>
            </a:r>
            <a:r>
              <a:rPr lang="en-US" b="true" sz="2596" spc="23" strike="noStrike" u="none">
                <a:solidFill>
                  <a:srgbClr val="7B6861"/>
                </a:solidFill>
                <a:latin typeface="Quicksand Medium"/>
                <a:ea typeface="Quicksand Medium"/>
                <a:cs typeface="Quicksand Medium"/>
                <a:sym typeface="Quicksand Medium"/>
              </a:rPr>
              <a:t>e</a:t>
            </a:r>
            <a:r>
              <a:rPr lang="en-US" b="true" sz="2596" spc="23" strike="noStrike" u="none">
                <a:solidFill>
                  <a:srgbClr val="7B6861"/>
                </a:solidFill>
                <a:latin typeface="Quicksand Medium"/>
                <a:ea typeface="Quicksand Medium"/>
                <a:cs typeface="Quicksand Medium"/>
                <a:sym typeface="Quicksand Medium"/>
              </a:rPr>
              <a:t>r</a:t>
            </a:r>
            <a:r>
              <a:rPr lang="en-US" b="true" sz="2596" spc="23" strike="noStrike" u="none">
                <a:solidFill>
                  <a:srgbClr val="7B6861"/>
                </a:solidFill>
                <a:latin typeface="Quicksand Medium"/>
                <a:ea typeface="Quicksand Medium"/>
                <a:cs typeface="Quicksand Medium"/>
                <a:sym typeface="Quicksand Medium"/>
              </a:rPr>
              <a:t>ac</a:t>
            </a:r>
            <a:r>
              <a:rPr lang="en-US" b="true" sz="2596" spc="23" strike="noStrike" u="none">
                <a:solidFill>
                  <a:srgbClr val="7B6861"/>
                </a:solidFill>
                <a:latin typeface="Quicksand Medium"/>
                <a:ea typeface="Quicksand Medium"/>
                <a:cs typeface="Quicksand Medium"/>
                <a:sym typeface="Quicksand Medium"/>
              </a:rPr>
              <a:t>ti</a:t>
            </a:r>
            <a:r>
              <a:rPr lang="en-US" b="true" sz="2596" spc="23" strike="noStrike" u="none">
                <a:solidFill>
                  <a:srgbClr val="7B6861"/>
                </a:solidFill>
                <a:latin typeface="Quicksand Medium"/>
                <a:ea typeface="Quicksand Medium"/>
                <a:cs typeface="Quicksand Medium"/>
                <a:sym typeface="Quicksand Medium"/>
              </a:rPr>
              <a:t>ve </a:t>
            </a:r>
            <a:r>
              <a:rPr lang="en-US" b="true" sz="2596" spc="23" strike="noStrike" u="none">
                <a:solidFill>
                  <a:srgbClr val="7B6861"/>
                </a:solidFill>
                <a:latin typeface="Quicksand Medium"/>
                <a:ea typeface="Quicksand Medium"/>
                <a:cs typeface="Quicksand Medium"/>
                <a:sym typeface="Quicksand Medium"/>
              </a:rPr>
              <a:t>expe</a:t>
            </a:r>
            <a:r>
              <a:rPr lang="en-US" b="true" sz="2596" spc="23" strike="noStrike" u="none">
                <a:solidFill>
                  <a:srgbClr val="7B6861"/>
                </a:solidFill>
                <a:latin typeface="Quicksand Medium"/>
                <a:ea typeface="Quicksand Medium"/>
                <a:cs typeface="Quicksand Medium"/>
                <a:sym typeface="Quicksand Medium"/>
              </a:rPr>
              <a:t>ri</a:t>
            </a:r>
            <a:r>
              <a:rPr lang="en-US" b="true" sz="2596" spc="23" strike="noStrike" u="none">
                <a:solidFill>
                  <a:srgbClr val="7B6861"/>
                </a:solidFill>
                <a:latin typeface="Quicksand Medium"/>
                <a:ea typeface="Quicksand Medium"/>
                <a:cs typeface="Quicksand Medium"/>
                <a:sym typeface="Quicksand Medium"/>
              </a:rPr>
              <a:t>enc</a:t>
            </a:r>
            <a:r>
              <a:rPr lang="en-US" b="true" sz="2596" spc="23" strike="noStrike" u="none">
                <a:solidFill>
                  <a:srgbClr val="7B6861"/>
                </a:solidFill>
                <a:latin typeface="Quicksand Medium"/>
                <a:ea typeface="Quicksand Medium"/>
                <a:cs typeface="Quicksand Medium"/>
                <a:sym typeface="Quicksand Medium"/>
              </a:rPr>
              <a:t>e</a:t>
            </a:r>
            <a:r>
              <a:rPr lang="en-US" b="true" sz="2596" spc="23" strike="noStrike" u="none">
                <a:solidFill>
                  <a:srgbClr val="7B6861"/>
                </a:solidFill>
                <a:latin typeface="Quicksand Medium"/>
                <a:ea typeface="Quicksand Medium"/>
                <a:cs typeface="Quicksand Medium"/>
                <a:sym typeface="Quicksand Medium"/>
              </a:rPr>
              <a:t> th</a:t>
            </a:r>
            <a:r>
              <a:rPr lang="en-US" b="true" sz="2596" spc="23" strike="noStrike" u="none">
                <a:solidFill>
                  <a:srgbClr val="7B6861"/>
                </a:solidFill>
                <a:latin typeface="Quicksand Medium"/>
                <a:ea typeface="Quicksand Medium"/>
                <a:cs typeface="Quicksand Medium"/>
                <a:sym typeface="Quicksand Medium"/>
              </a:rPr>
              <a:t>a</a:t>
            </a:r>
            <a:r>
              <a:rPr lang="en-US" b="true" sz="2596" spc="23" strike="noStrike" u="none">
                <a:solidFill>
                  <a:srgbClr val="7B6861"/>
                </a:solidFill>
                <a:latin typeface="Quicksand Medium"/>
                <a:ea typeface="Quicksand Medium"/>
                <a:cs typeface="Quicksand Medium"/>
                <a:sym typeface="Quicksand Medium"/>
              </a:rPr>
              <a:t>t</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e</a:t>
            </a:r>
            <a:r>
              <a:rPr lang="en-US" b="true" sz="2596" spc="23" strike="noStrike" u="none">
                <a:solidFill>
                  <a:srgbClr val="7B6861"/>
                </a:solidFill>
                <a:latin typeface="Quicksand Medium"/>
                <a:ea typeface="Quicksand Medium"/>
                <a:cs typeface="Quicksand Medium"/>
                <a:sym typeface="Quicksand Medium"/>
              </a:rPr>
              <a:t>nha</a:t>
            </a:r>
            <a:r>
              <a:rPr lang="en-US" b="true" sz="2596" spc="23" strike="noStrike" u="none">
                <a:solidFill>
                  <a:srgbClr val="7B6861"/>
                </a:solidFill>
                <a:latin typeface="Quicksand Medium"/>
                <a:ea typeface="Quicksand Medium"/>
                <a:cs typeface="Quicksand Medium"/>
                <a:sym typeface="Quicksand Medium"/>
              </a:rPr>
              <a:t>n</a:t>
            </a:r>
            <a:r>
              <a:rPr lang="en-US" b="true" sz="2596" spc="23" strike="noStrike" u="none">
                <a:solidFill>
                  <a:srgbClr val="7B6861"/>
                </a:solidFill>
                <a:latin typeface="Quicksand Medium"/>
                <a:ea typeface="Quicksand Medium"/>
                <a:cs typeface="Quicksand Medium"/>
                <a:sym typeface="Quicksand Medium"/>
              </a:rPr>
              <a:t>c</a:t>
            </a:r>
            <a:r>
              <a:rPr lang="en-US" b="true" sz="2596" spc="23" strike="noStrike" u="none">
                <a:solidFill>
                  <a:srgbClr val="7B6861"/>
                </a:solidFill>
                <a:latin typeface="Quicksand Medium"/>
                <a:ea typeface="Quicksand Medium"/>
                <a:cs typeface="Quicksand Medium"/>
                <a:sym typeface="Quicksand Medium"/>
              </a:rPr>
              <a:t>es</a:t>
            </a:r>
            <a:r>
              <a:rPr lang="en-US" b="true" sz="2596" spc="23" strike="noStrike" u="none">
                <a:solidFill>
                  <a:srgbClr val="7B6861"/>
                </a:solidFill>
                <a:latin typeface="Quicksand Medium"/>
                <a:ea typeface="Quicksand Medium"/>
                <a:cs typeface="Quicksand Medium"/>
                <a:sym typeface="Quicksand Medium"/>
              </a:rPr>
              <a:t> </a:t>
            </a:r>
            <a:r>
              <a:rPr lang="en-US" b="true" sz="2596" spc="23" strike="noStrike" u="none">
                <a:solidFill>
                  <a:srgbClr val="7B6861"/>
                </a:solidFill>
                <a:latin typeface="Quicksand Medium"/>
                <a:ea typeface="Quicksand Medium"/>
                <a:cs typeface="Quicksand Medium"/>
                <a:sym typeface="Quicksand Medium"/>
              </a:rPr>
              <a:t>bot</a:t>
            </a:r>
            <a:r>
              <a:rPr lang="en-US" b="true" sz="2596" spc="23" strike="noStrike" u="none">
                <a:solidFill>
                  <a:srgbClr val="7B6861"/>
                </a:solidFill>
                <a:latin typeface="Quicksand Medium"/>
                <a:ea typeface="Quicksand Medium"/>
                <a:cs typeface="Quicksand Medium"/>
                <a:sym typeface="Quicksand Medium"/>
              </a:rPr>
              <a:t>h</a:t>
            </a:r>
            <a:r>
              <a:rPr lang="en-US" b="true" sz="2596" spc="23" strike="noStrike" u="none">
                <a:solidFill>
                  <a:srgbClr val="7B6861"/>
                </a:solidFill>
                <a:latin typeface="Quicksand Medium"/>
                <a:ea typeface="Quicksand Medium"/>
                <a:cs typeface="Quicksand Medium"/>
                <a:sym typeface="Quicksand Medium"/>
              </a:rPr>
              <a:t> cogn</a:t>
            </a:r>
            <a:r>
              <a:rPr lang="en-US" b="true" sz="2596" spc="23" strike="noStrike" u="none">
                <a:solidFill>
                  <a:srgbClr val="7B6861"/>
                </a:solidFill>
                <a:latin typeface="Quicksand Medium"/>
                <a:ea typeface="Quicksand Medium"/>
                <a:cs typeface="Quicksand Medium"/>
                <a:sym typeface="Quicksand Medium"/>
              </a:rPr>
              <a:t>it</a:t>
            </a:r>
            <a:r>
              <a:rPr lang="en-US" b="true" sz="2596" spc="23" strike="noStrike" u="none">
                <a:solidFill>
                  <a:srgbClr val="7B6861"/>
                </a:solidFill>
                <a:latin typeface="Quicksand Medium"/>
                <a:ea typeface="Quicksand Medium"/>
                <a:cs typeface="Quicksand Medium"/>
                <a:sym typeface="Quicksand Medium"/>
              </a:rPr>
              <a:t>iv</a:t>
            </a:r>
            <a:r>
              <a:rPr lang="en-US" b="true" sz="2596" spc="23" strike="noStrike" u="none">
                <a:solidFill>
                  <a:srgbClr val="7B6861"/>
                </a:solidFill>
                <a:latin typeface="Quicksand Medium"/>
                <a:ea typeface="Quicksand Medium"/>
                <a:cs typeface="Quicksand Medium"/>
                <a:sym typeface="Quicksand Medium"/>
              </a:rPr>
              <a:t>e a</a:t>
            </a:r>
            <a:r>
              <a:rPr lang="en-US" b="true" sz="2596" spc="23" strike="noStrike" u="none">
                <a:solidFill>
                  <a:srgbClr val="7B6861"/>
                </a:solidFill>
                <a:latin typeface="Quicksand Medium"/>
                <a:ea typeface="Quicksand Medium"/>
                <a:cs typeface="Quicksand Medium"/>
                <a:sym typeface="Quicksand Medium"/>
              </a:rPr>
              <a:t>n</a:t>
            </a:r>
            <a:r>
              <a:rPr lang="en-US" b="true" sz="2596" spc="23" strike="noStrike" u="none">
                <a:solidFill>
                  <a:srgbClr val="7B6861"/>
                </a:solidFill>
                <a:latin typeface="Quicksand Medium"/>
                <a:ea typeface="Quicksand Medium"/>
                <a:cs typeface="Quicksand Medium"/>
                <a:sym typeface="Quicksand Medium"/>
              </a:rPr>
              <a:t>d motor </a:t>
            </a:r>
            <a:r>
              <a:rPr lang="en-US" b="true" sz="2596" spc="23" strike="noStrike" u="none">
                <a:solidFill>
                  <a:srgbClr val="7B6861"/>
                </a:solidFill>
                <a:latin typeface="Quicksand Medium"/>
                <a:ea typeface="Quicksand Medium"/>
                <a:cs typeface="Quicksand Medium"/>
                <a:sym typeface="Quicksand Medium"/>
              </a:rPr>
              <a:t>skills.</a:t>
            </a:r>
          </a:p>
          <a:p>
            <a:pPr algn="l" marL="0" indent="0" lvl="0">
              <a:lnSpc>
                <a:spcPts val="3531"/>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TextBox 11" id="11"/>
          <p:cNvSpPr txBox="true"/>
          <p:nvPr/>
        </p:nvSpPr>
        <p:spPr>
          <a:xfrm rot="0">
            <a:off x="3600289" y="1976394"/>
            <a:ext cx="11087423" cy="5256048"/>
          </a:xfrm>
          <a:prstGeom prst="rect">
            <a:avLst/>
          </a:prstGeom>
        </p:spPr>
        <p:txBody>
          <a:bodyPr anchor="t" rtlCol="false" tIns="0" lIns="0" bIns="0" rIns="0">
            <a:spAutoFit/>
          </a:bodyPr>
          <a:lstStyle/>
          <a:p>
            <a:pPr algn="ctr">
              <a:lnSpc>
                <a:spcPts val="20015"/>
              </a:lnSpc>
            </a:pPr>
            <a:r>
              <a:rPr lang="en-US" sz="21293" spc="-1064">
                <a:solidFill>
                  <a:srgbClr val="FFFFFF"/>
                </a:solidFill>
                <a:latin typeface="210 클레이토이"/>
                <a:ea typeface="210 클레이토이"/>
                <a:cs typeface="210 클레이토이"/>
                <a:sym typeface="210 클레이토이"/>
              </a:rPr>
              <a:t>THANK YOU</a:t>
            </a:r>
          </a:p>
        </p:txBody>
      </p:sp>
      <p:sp>
        <p:nvSpPr>
          <p:cNvPr name="Freeform 12" id="12"/>
          <p:cNvSpPr/>
          <p:nvPr/>
        </p:nvSpPr>
        <p:spPr>
          <a:xfrm flipH="false" flipV="false" rot="0">
            <a:off x="4702205" y="7232442"/>
            <a:ext cx="8775832" cy="957363"/>
          </a:xfrm>
          <a:custGeom>
            <a:avLst/>
            <a:gdLst/>
            <a:ahLst/>
            <a:cxnLst/>
            <a:rect r="r" b="b" t="t" l="l"/>
            <a:pathLst>
              <a:path h="957363" w="8775832">
                <a:moveTo>
                  <a:pt x="0" y="0"/>
                </a:moveTo>
                <a:lnTo>
                  <a:pt x="8775831" y="0"/>
                </a:lnTo>
                <a:lnTo>
                  <a:pt x="8775831" y="957364"/>
                </a:lnTo>
                <a:lnTo>
                  <a:pt x="0" y="9573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7" id="17"/>
          <p:cNvGrpSpPr/>
          <p:nvPr/>
        </p:nvGrpSpPr>
        <p:grpSpPr>
          <a:xfrm rot="0">
            <a:off x="5592936" y="7369576"/>
            <a:ext cx="6990572" cy="717421"/>
            <a:chOff x="0" y="0"/>
            <a:chExt cx="1841138" cy="188950"/>
          </a:xfrm>
        </p:grpSpPr>
        <p:sp>
          <p:nvSpPr>
            <p:cNvPr name="Freeform 18" id="18"/>
            <p:cNvSpPr/>
            <p:nvPr/>
          </p:nvSpPr>
          <p:spPr>
            <a:xfrm flipH="false" flipV="false" rot="0">
              <a:off x="0" y="0"/>
              <a:ext cx="1841138" cy="188950"/>
            </a:xfrm>
            <a:custGeom>
              <a:avLst/>
              <a:gdLst/>
              <a:ahLst/>
              <a:cxnLst/>
              <a:rect r="r" b="b" t="t" l="l"/>
              <a:pathLst>
                <a:path h="188950" w="1841138">
                  <a:moveTo>
                    <a:pt x="56481" y="0"/>
                  </a:moveTo>
                  <a:lnTo>
                    <a:pt x="1784657" y="0"/>
                  </a:lnTo>
                  <a:cubicBezTo>
                    <a:pt x="1799637" y="0"/>
                    <a:pt x="1814003" y="5951"/>
                    <a:pt x="1824595" y="16543"/>
                  </a:cubicBezTo>
                  <a:cubicBezTo>
                    <a:pt x="1835188" y="27135"/>
                    <a:pt x="1841138" y="41502"/>
                    <a:pt x="1841138" y="56481"/>
                  </a:cubicBezTo>
                  <a:lnTo>
                    <a:pt x="1841138" y="132469"/>
                  </a:lnTo>
                  <a:cubicBezTo>
                    <a:pt x="1841138" y="163663"/>
                    <a:pt x="1815851" y="188950"/>
                    <a:pt x="1784657" y="188950"/>
                  </a:cubicBezTo>
                  <a:lnTo>
                    <a:pt x="56481" y="188950"/>
                  </a:lnTo>
                  <a:cubicBezTo>
                    <a:pt x="41502" y="188950"/>
                    <a:pt x="27135" y="183000"/>
                    <a:pt x="16543" y="172407"/>
                  </a:cubicBezTo>
                  <a:cubicBezTo>
                    <a:pt x="5951" y="161815"/>
                    <a:pt x="0" y="147449"/>
                    <a:pt x="0" y="132469"/>
                  </a:cubicBezTo>
                  <a:lnTo>
                    <a:pt x="0" y="56481"/>
                  </a:lnTo>
                  <a:cubicBezTo>
                    <a:pt x="0" y="41502"/>
                    <a:pt x="5951" y="27135"/>
                    <a:pt x="16543" y="16543"/>
                  </a:cubicBezTo>
                  <a:cubicBezTo>
                    <a:pt x="27135" y="5951"/>
                    <a:pt x="41502" y="0"/>
                    <a:pt x="56481" y="0"/>
                  </a:cubicBezTo>
                  <a:close/>
                </a:path>
              </a:pathLst>
            </a:custGeom>
            <a:solidFill>
              <a:srgbClr val="BF9585"/>
            </a:solidFill>
          </p:spPr>
        </p:sp>
        <p:sp>
          <p:nvSpPr>
            <p:cNvPr name="TextBox 19" id="19"/>
            <p:cNvSpPr txBox="true"/>
            <p:nvPr/>
          </p:nvSpPr>
          <p:spPr>
            <a:xfrm>
              <a:off x="0" y="-38100"/>
              <a:ext cx="1841138" cy="22705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584346">
            <a:off x="14375501" y="-185488"/>
            <a:ext cx="4149033" cy="3779392"/>
          </a:xfrm>
          <a:custGeom>
            <a:avLst/>
            <a:gdLst/>
            <a:ahLst/>
            <a:cxnLst/>
            <a:rect r="r" b="b" t="t" l="l"/>
            <a:pathLst>
              <a:path h="3779392" w="4149033">
                <a:moveTo>
                  <a:pt x="0" y="0"/>
                </a:moveTo>
                <a:lnTo>
                  <a:pt x="4149033" y="0"/>
                </a:lnTo>
                <a:lnTo>
                  <a:pt x="4149033" y="3779391"/>
                </a:lnTo>
                <a:lnTo>
                  <a:pt x="0" y="377939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1" id="21"/>
          <p:cNvSpPr/>
          <p:nvPr/>
        </p:nvSpPr>
        <p:spPr>
          <a:xfrm flipH="false" flipV="false" rot="-1302171">
            <a:off x="6208123" y="-1475183"/>
            <a:ext cx="3696358" cy="2950366"/>
          </a:xfrm>
          <a:custGeom>
            <a:avLst/>
            <a:gdLst/>
            <a:ahLst/>
            <a:cxnLst/>
            <a:rect r="r" b="b" t="t" l="l"/>
            <a:pathLst>
              <a:path h="2950366" w="3696358">
                <a:moveTo>
                  <a:pt x="0" y="0"/>
                </a:moveTo>
                <a:lnTo>
                  <a:pt x="3696358" y="0"/>
                </a:lnTo>
                <a:lnTo>
                  <a:pt x="3696358" y="2950366"/>
                </a:lnTo>
                <a:lnTo>
                  <a:pt x="0" y="295036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2" id="22"/>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3" id="23"/>
          <p:cNvSpPr txBox="true"/>
          <p:nvPr/>
        </p:nvSpPr>
        <p:spPr>
          <a:xfrm rot="0">
            <a:off x="6173608" y="7190823"/>
            <a:ext cx="6495919" cy="1017776"/>
          </a:xfrm>
          <a:prstGeom prst="rect">
            <a:avLst/>
          </a:prstGeom>
        </p:spPr>
        <p:txBody>
          <a:bodyPr anchor="t" rtlCol="false" tIns="0" lIns="0" bIns="0" rIns="0">
            <a:spAutoFit/>
          </a:bodyPr>
          <a:lstStyle/>
          <a:p>
            <a:pPr algn="ctr">
              <a:lnSpc>
                <a:spcPts val="4123"/>
              </a:lnSpc>
            </a:pPr>
            <a:r>
              <a:rPr lang="en-US" sz="2945" b="true">
                <a:solidFill>
                  <a:srgbClr val="FFFFFF"/>
                </a:solidFill>
                <a:latin typeface="Quicksand Bold"/>
                <a:ea typeface="Quicksand Bold"/>
                <a:cs typeface="Quicksand Bold"/>
                <a:sym typeface="Quicksand Bold"/>
              </a:rPr>
              <a:t>Presented by : Team 7</a:t>
            </a:r>
          </a:p>
          <a:p>
            <a:pPr algn="ctr">
              <a:lnSpc>
                <a:spcPts val="4123"/>
              </a:lnSpc>
            </a:pPr>
            <a:r>
              <a:rPr lang="en-US" sz="2945" b="true">
                <a:solidFill>
                  <a:srgbClr val="FFFFFF"/>
                </a:solidFill>
                <a:latin typeface="Quicksand Bold"/>
                <a:ea typeface="Quicksand Bold"/>
                <a:cs typeface="Quicksand Bold"/>
                <a:sym typeface="Quicksand Bold"/>
              </a:rPr>
              <a:t>Open for Questions &amp; Feedback</a:t>
            </a:r>
          </a:p>
        </p:txBody>
      </p:sp>
      <p:sp>
        <p:nvSpPr>
          <p:cNvPr name="Freeform 24" id="24"/>
          <p:cNvSpPr/>
          <p:nvPr/>
        </p:nvSpPr>
        <p:spPr>
          <a:xfrm flipH="false" flipV="false" rot="3107383">
            <a:off x="-528765" y="-961946"/>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DAHMOdkOKgQ</dc:identifier>
  <dcterms:modified xsi:type="dcterms:W3CDTF">2011-08-01T06:04:30Z</dcterms:modified>
  <cp:revision>1</cp:revision>
  <dc:title>Basics of mechatronics</dc:title>
</cp:coreProperties>
</file>